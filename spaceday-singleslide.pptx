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678"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AF0B4-014E-CF88-7C02-055408A611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4FF208-7F86-52DD-33B3-FBCCD99B23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99438F-A25C-4F9B-787F-00A10F80EF58}"/>
              </a:ext>
            </a:extLst>
          </p:cNvPr>
          <p:cNvSpPr>
            <a:spLocks noGrp="1"/>
          </p:cNvSpPr>
          <p:nvPr>
            <p:ph type="dt" sz="half" idx="10"/>
          </p:nvPr>
        </p:nvSpPr>
        <p:spPr/>
        <p:txBody>
          <a:bodyPr/>
          <a:lstStyle/>
          <a:p>
            <a:fld id="{46751CAC-9D0F-40AD-848F-537623909F78}" type="datetimeFigureOut">
              <a:rPr lang="en-IN" smtClean="0"/>
              <a:t>22-08-2024</a:t>
            </a:fld>
            <a:endParaRPr lang="en-IN"/>
          </a:p>
        </p:txBody>
      </p:sp>
      <p:sp>
        <p:nvSpPr>
          <p:cNvPr id="5" name="Footer Placeholder 4">
            <a:extLst>
              <a:ext uri="{FF2B5EF4-FFF2-40B4-BE49-F238E27FC236}">
                <a16:creationId xmlns:a16="http://schemas.microsoft.com/office/drawing/2014/main" id="{C69FFF2E-9011-C78B-288B-3EBB2ECAB0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7EC749-83E4-8696-A82A-8E82663529A7}"/>
              </a:ext>
            </a:extLst>
          </p:cNvPr>
          <p:cNvSpPr>
            <a:spLocks noGrp="1"/>
          </p:cNvSpPr>
          <p:nvPr>
            <p:ph type="sldNum" sz="quarter" idx="12"/>
          </p:nvPr>
        </p:nvSpPr>
        <p:spPr/>
        <p:txBody>
          <a:bodyPr/>
          <a:lstStyle/>
          <a:p>
            <a:fld id="{424F5B10-B4D4-4366-87E9-4DE89AE5E168}" type="slidenum">
              <a:rPr lang="en-IN" smtClean="0"/>
              <a:t>‹#›</a:t>
            </a:fld>
            <a:endParaRPr lang="en-IN"/>
          </a:p>
        </p:txBody>
      </p:sp>
    </p:spTree>
    <p:extLst>
      <p:ext uri="{BB962C8B-B14F-4D97-AF65-F5344CB8AC3E}">
        <p14:creationId xmlns:p14="http://schemas.microsoft.com/office/powerpoint/2010/main" val="1681942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0185A-C97F-B40A-666E-E69E56C893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6A7D6D-7469-EE04-A365-F8FB21E8DB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F6F899-78F1-1234-8FA6-CF6028EF978A}"/>
              </a:ext>
            </a:extLst>
          </p:cNvPr>
          <p:cNvSpPr>
            <a:spLocks noGrp="1"/>
          </p:cNvSpPr>
          <p:nvPr>
            <p:ph type="dt" sz="half" idx="10"/>
          </p:nvPr>
        </p:nvSpPr>
        <p:spPr/>
        <p:txBody>
          <a:bodyPr/>
          <a:lstStyle/>
          <a:p>
            <a:fld id="{46751CAC-9D0F-40AD-848F-537623909F78}" type="datetimeFigureOut">
              <a:rPr lang="en-IN" smtClean="0"/>
              <a:t>22-08-2024</a:t>
            </a:fld>
            <a:endParaRPr lang="en-IN"/>
          </a:p>
        </p:txBody>
      </p:sp>
      <p:sp>
        <p:nvSpPr>
          <p:cNvPr id="5" name="Footer Placeholder 4">
            <a:extLst>
              <a:ext uri="{FF2B5EF4-FFF2-40B4-BE49-F238E27FC236}">
                <a16:creationId xmlns:a16="http://schemas.microsoft.com/office/drawing/2014/main" id="{BD536DE6-458E-7AFC-A40E-6C897EA9CF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9F8083-D074-9ED7-ED29-B01A3F7666AF}"/>
              </a:ext>
            </a:extLst>
          </p:cNvPr>
          <p:cNvSpPr>
            <a:spLocks noGrp="1"/>
          </p:cNvSpPr>
          <p:nvPr>
            <p:ph type="sldNum" sz="quarter" idx="12"/>
          </p:nvPr>
        </p:nvSpPr>
        <p:spPr/>
        <p:txBody>
          <a:bodyPr/>
          <a:lstStyle/>
          <a:p>
            <a:fld id="{424F5B10-B4D4-4366-87E9-4DE89AE5E168}" type="slidenum">
              <a:rPr lang="en-IN" smtClean="0"/>
              <a:t>‹#›</a:t>
            </a:fld>
            <a:endParaRPr lang="en-IN"/>
          </a:p>
        </p:txBody>
      </p:sp>
    </p:spTree>
    <p:extLst>
      <p:ext uri="{BB962C8B-B14F-4D97-AF65-F5344CB8AC3E}">
        <p14:creationId xmlns:p14="http://schemas.microsoft.com/office/powerpoint/2010/main" val="1955288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51570-00B1-0663-3577-32ED7B35D3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CB36C0B-3F2B-A196-D1F0-1ED5C59658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DA7F0D-4A23-84E3-781E-704020DF0122}"/>
              </a:ext>
            </a:extLst>
          </p:cNvPr>
          <p:cNvSpPr>
            <a:spLocks noGrp="1"/>
          </p:cNvSpPr>
          <p:nvPr>
            <p:ph type="dt" sz="half" idx="10"/>
          </p:nvPr>
        </p:nvSpPr>
        <p:spPr/>
        <p:txBody>
          <a:bodyPr/>
          <a:lstStyle/>
          <a:p>
            <a:fld id="{46751CAC-9D0F-40AD-848F-537623909F78}" type="datetimeFigureOut">
              <a:rPr lang="en-IN" smtClean="0"/>
              <a:t>22-08-2024</a:t>
            </a:fld>
            <a:endParaRPr lang="en-IN"/>
          </a:p>
        </p:txBody>
      </p:sp>
      <p:sp>
        <p:nvSpPr>
          <p:cNvPr id="5" name="Footer Placeholder 4">
            <a:extLst>
              <a:ext uri="{FF2B5EF4-FFF2-40B4-BE49-F238E27FC236}">
                <a16:creationId xmlns:a16="http://schemas.microsoft.com/office/drawing/2014/main" id="{5FBC2E45-9D06-B91A-97B2-DE35EA9542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DB4031-A2BD-EED3-420E-7948C1D27CF5}"/>
              </a:ext>
            </a:extLst>
          </p:cNvPr>
          <p:cNvSpPr>
            <a:spLocks noGrp="1"/>
          </p:cNvSpPr>
          <p:nvPr>
            <p:ph type="sldNum" sz="quarter" idx="12"/>
          </p:nvPr>
        </p:nvSpPr>
        <p:spPr/>
        <p:txBody>
          <a:bodyPr/>
          <a:lstStyle/>
          <a:p>
            <a:fld id="{424F5B10-B4D4-4366-87E9-4DE89AE5E168}" type="slidenum">
              <a:rPr lang="en-IN" smtClean="0"/>
              <a:t>‹#›</a:t>
            </a:fld>
            <a:endParaRPr lang="en-IN"/>
          </a:p>
        </p:txBody>
      </p:sp>
    </p:spTree>
    <p:extLst>
      <p:ext uri="{BB962C8B-B14F-4D97-AF65-F5344CB8AC3E}">
        <p14:creationId xmlns:p14="http://schemas.microsoft.com/office/powerpoint/2010/main" val="2645857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79B23-E81C-A62E-6042-ADF1BFAD7E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E1FC4D-81B3-1147-4F7E-79FDEE18CA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5AD1234-18A4-5ABF-46EC-75DC6FE08D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39493B8-56B7-BC1E-6D1C-D9CF18E929B4}"/>
              </a:ext>
            </a:extLst>
          </p:cNvPr>
          <p:cNvSpPr>
            <a:spLocks noGrp="1"/>
          </p:cNvSpPr>
          <p:nvPr>
            <p:ph type="dt" sz="half" idx="10"/>
          </p:nvPr>
        </p:nvSpPr>
        <p:spPr/>
        <p:txBody>
          <a:bodyPr/>
          <a:lstStyle/>
          <a:p>
            <a:fld id="{46751CAC-9D0F-40AD-848F-537623909F78}" type="datetimeFigureOut">
              <a:rPr lang="en-IN" smtClean="0"/>
              <a:t>22-08-2024</a:t>
            </a:fld>
            <a:endParaRPr lang="en-IN"/>
          </a:p>
        </p:txBody>
      </p:sp>
      <p:sp>
        <p:nvSpPr>
          <p:cNvPr id="6" name="Footer Placeholder 5">
            <a:extLst>
              <a:ext uri="{FF2B5EF4-FFF2-40B4-BE49-F238E27FC236}">
                <a16:creationId xmlns:a16="http://schemas.microsoft.com/office/drawing/2014/main" id="{D2EEB255-CA17-FCFB-AC39-B64E9A46AB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B0240B-46D1-3873-4D6A-CD914AAC9562}"/>
              </a:ext>
            </a:extLst>
          </p:cNvPr>
          <p:cNvSpPr>
            <a:spLocks noGrp="1"/>
          </p:cNvSpPr>
          <p:nvPr>
            <p:ph type="sldNum" sz="quarter" idx="12"/>
          </p:nvPr>
        </p:nvSpPr>
        <p:spPr/>
        <p:txBody>
          <a:bodyPr/>
          <a:lstStyle/>
          <a:p>
            <a:fld id="{424F5B10-B4D4-4366-87E9-4DE89AE5E168}" type="slidenum">
              <a:rPr lang="en-IN" smtClean="0"/>
              <a:t>‹#›</a:t>
            </a:fld>
            <a:endParaRPr lang="en-IN"/>
          </a:p>
        </p:txBody>
      </p:sp>
    </p:spTree>
    <p:extLst>
      <p:ext uri="{BB962C8B-B14F-4D97-AF65-F5344CB8AC3E}">
        <p14:creationId xmlns:p14="http://schemas.microsoft.com/office/powerpoint/2010/main" val="1712966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EFDEB-D805-B7E3-4F42-A85B382DD08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66D10F-7E6F-9154-5B02-A9380877E3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189476-C45F-3653-1ED9-FECADCFCFB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15EAC8-C98D-91CC-3022-C95C8561C9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33238E-25C6-5232-D127-0AC83CFDE1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52DDE7-D8D3-26E9-1A1C-DBEA3DE73DB9}"/>
              </a:ext>
            </a:extLst>
          </p:cNvPr>
          <p:cNvSpPr>
            <a:spLocks noGrp="1"/>
          </p:cNvSpPr>
          <p:nvPr>
            <p:ph type="dt" sz="half" idx="10"/>
          </p:nvPr>
        </p:nvSpPr>
        <p:spPr/>
        <p:txBody>
          <a:bodyPr/>
          <a:lstStyle/>
          <a:p>
            <a:fld id="{46751CAC-9D0F-40AD-848F-537623909F78}" type="datetimeFigureOut">
              <a:rPr lang="en-IN" smtClean="0"/>
              <a:t>22-08-2024</a:t>
            </a:fld>
            <a:endParaRPr lang="en-IN"/>
          </a:p>
        </p:txBody>
      </p:sp>
      <p:sp>
        <p:nvSpPr>
          <p:cNvPr id="8" name="Footer Placeholder 7">
            <a:extLst>
              <a:ext uri="{FF2B5EF4-FFF2-40B4-BE49-F238E27FC236}">
                <a16:creationId xmlns:a16="http://schemas.microsoft.com/office/drawing/2014/main" id="{AE253358-5CC5-0B21-3AAA-5F0910EED1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9E04B77-67B0-9F17-4468-FC9897780CAD}"/>
              </a:ext>
            </a:extLst>
          </p:cNvPr>
          <p:cNvSpPr>
            <a:spLocks noGrp="1"/>
          </p:cNvSpPr>
          <p:nvPr>
            <p:ph type="sldNum" sz="quarter" idx="12"/>
          </p:nvPr>
        </p:nvSpPr>
        <p:spPr/>
        <p:txBody>
          <a:bodyPr/>
          <a:lstStyle/>
          <a:p>
            <a:fld id="{424F5B10-B4D4-4366-87E9-4DE89AE5E168}" type="slidenum">
              <a:rPr lang="en-IN" smtClean="0"/>
              <a:t>‹#›</a:t>
            </a:fld>
            <a:endParaRPr lang="en-IN"/>
          </a:p>
        </p:txBody>
      </p:sp>
    </p:spTree>
    <p:extLst>
      <p:ext uri="{BB962C8B-B14F-4D97-AF65-F5344CB8AC3E}">
        <p14:creationId xmlns:p14="http://schemas.microsoft.com/office/powerpoint/2010/main" val="2119383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AAAD9-6E87-C13C-A825-2AE2E71DFC2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086692F-F399-4400-1B12-9126DC10FB76}"/>
              </a:ext>
            </a:extLst>
          </p:cNvPr>
          <p:cNvSpPr>
            <a:spLocks noGrp="1"/>
          </p:cNvSpPr>
          <p:nvPr>
            <p:ph type="dt" sz="half" idx="10"/>
          </p:nvPr>
        </p:nvSpPr>
        <p:spPr/>
        <p:txBody>
          <a:bodyPr/>
          <a:lstStyle/>
          <a:p>
            <a:fld id="{46751CAC-9D0F-40AD-848F-537623909F78}" type="datetimeFigureOut">
              <a:rPr lang="en-IN" smtClean="0"/>
              <a:t>22-08-2024</a:t>
            </a:fld>
            <a:endParaRPr lang="en-IN"/>
          </a:p>
        </p:txBody>
      </p:sp>
      <p:sp>
        <p:nvSpPr>
          <p:cNvPr id="4" name="Footer Placeholder 3">
            <a:extLst>
              <a:ext uri="{FF2B5EF4-FFF2-40B4-BE49-F238E27FC236}">
                <a16:creationId xmlns:a16="http://schemas.microsoft.com/office/drawing/2014/main" id="{305666C4-2802-F347-7F06-31F000C244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AE8473-0B28-F138-2065-D82225822D9D}"/>
              </a:ext>
            </a:extLst>
          </p:cNvPr>
          <p:cNvSpPr>
            <a:spLocks noGrp="1"/>
          </p:cNvSpPr>
          <p:nvPr>
            <p:ph type="sldNum" sz="quarter" idx="12"/>
          </p:nvPr>
        </p:nvSpPr>
        <p:spPr/>
        <p:txBody>
          <a:bodyPr/>
          <a:lstStyle/>
          <a:p>
            <a:fld id="{424F5B10-B4D4-4366-87E9-4DE89AE5E168}" type="slidenum">
              <a:rPr lang="en-IN" smtClean="0"/>
              <a:t>‹#›</a:t>
            </a:fld>
            <a:endParaRPr lang="en-IN"/>
          </a:p>
        </p:txBody>
      </p:sp>
    </p:spTree>
    <p:extLst>
      <p:ext uri="{BB962C8B-B14F-4D97-AF65-F5344CB8AC3E}">
        <p14:creationId xmlns:p14="http://schemas.microsoft.com/office/powerpoint/2010/main" val="2418775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527280-E185-9453-8DC4-F30007BBED5F}"/>
              </a:ext>
            </a:extLst>
          </p:cNvPr>
          <p:cNvSpPr>
            <a:spLocks noGrp="1"/>
          </p:cNvSpPr>
          <p:nvPr>
            <p:ph type="dt" sz="half" idx="10"/>
          </p:nvPr>
        </p:nvSpPr>
        <p:spPr/>
        <p:txBody>
          <a:bodyPr/>
          <a:lstStyle/>
          <a:p>
            <a:fld id="{46751CAC-9D0F-40AD-848F-537623909F78}" type="datetimeFigureOut">
              <a:rPr lang="en-IN" smtClean="0"/>
              <a:t>22-08-2024</a:t>
            </a:fld>
            <a:endParaRPr lang="en-IN"/>
          </a:p>
        </p:txBody>
      </p:sp>
      <p:sp>
        <p:nvSpPr>
          <p:cNvPr id="3" name="Footer Placeholder 2">
            <a:extLst>
              <a:ext uri="{FF2B5EF4-FFF2-40B4-BE49-F238E27FC236}">
                <a16:creationId xmlns:a16="http://schemas.microsoft.com/office/drawing/2014/main" id="{1DFE2EEC-B31A-D5B3-7962-E667A997F23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CB2006A-B70B-58DD-E4B5-D2A1C3CB698D}"/>
              </a:ext>
            </a:extLst>
          </p:cNvPr>
          <p:cNvSpPr>
            <a:spLocks noGrp="1"/>
          </p:cNvSpPr>
          <p:nvPr>
            <p:ph type="sldNum" sz="quarter" idx="12"/>
          </p:nvPr>
        </p:nvSpPr>
        <p:spPr/>
        <p:txBody>
          <a:bodyPr/>
          <a:lstStyle/>
          <a:p>
            <a:fld id="{424F5B10-B4D4-4366-87E9-4DE89AE5E168}" type="slidenum">
              <a:rPr lang="en-IN" smtClean="0"/>
              <a:t>‹#›</a:t>
            </a:fld>
            <a:endParaRPr lang="en-IN"/>
          </a:p>
        </p:txBody>
      </p:sp>
    </p:spTree>
    <p:extLst>
      <p:ext uri="{BB962C8B-B14F-4D97-AF65-F5344CB8AC3E}">
        <p14:creationId xmlns:p14="http://schemas.microsoft.com/office/powerpoint/2010/main" val="1233470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AC009-092F-04E9-4E9C-52F9818B94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A345804-9362-D531-9FC7-C4EACD03B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1E18A0-2EB4-E2F1-CB1F-8BF4D81EEF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E9B006-5207-3A35-F504-385A62F207BA}"/>
              </a:ext>
            </a:extLst>
          </p:cNvPr>
          <p:cNvSpPr>
            <a:spLocks noGrp="1"/>
          </p:cNvSpPr>
          <p:nvPr>
            <p:ph type="dt" sz="half" idx="10"/>
          </p:nvPr>
        </p:nvSpPr>
        <p:spPr/>
        <p:txBody>
          <a:bodyPr/>
          <a:lstStyle/>
          <a:p>
            <a:fld id="{46751CAC-9D0F-40AD-848F-537623909F78}" type="datetimeFigureOut">
              <a:rPr lang="en-IN" smtClean="0"/>
              <a:t>22-08-2024</a:t>
            </a:fld>
            <a:endParaRPr lang="en-IN"/>
          </a:p>
        </p:txBody>
      </p:sp>
      <p:sp>
        <p:nvSpPr>
          <p:cNvPr id="6" name="Footer Placeholder 5">
            <a:extLst>
              <a:ext uri="{FF2B5EF4-FFF2-40B4-BE49-F238E27FC236}">
                <a16:creationId xmlns:a16="http://schemas.microsoft.com/office/drawing/2014/main" id="{1B0E0E03-CD44-46D9-AB17-D46E8F6297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56FB02-A732-C6B4-23D3-32611E23B4A0}"/>
              </a:ext>
            </a:extLst>
          </p:cNvPr>
          <p:cNvSpPr>
            <a:spLocks noGrp="1"/>
          </p:cNvSpPr>
          <p:nvPr>
            <p:ph type="sldNum" sz="quarter" idx="12"/>
          </p:nvPr>
        </p:nvSpPr>
        <p:spPr/>
        <p:txBody>
          <a:bodyPr/>
          <a:lstStyle/>
          <a:p>
            <a:fld id="{424F5B10-B4D4-4366-87E9-4DE89AE5E168}" type="slidenum">
              <a:rPr lang="en-IN" smtClean="0"/>
              <a:t>‹#›</a:t>
            </a:fld>
            <a:endParaRPr lang="en-IN"/>
          </a:p>
        </p:txBody>
      </p:sp>
    </p:spTree>
    <p:extLst>
      <p:ext uri="{BB962C8B-B14F-4D97-AF65-F5344CB8AC3E}">
        <p14:creationId xmlns:p14="http://schemas.microsoft.com/office/powerpoint/2010/main" val="2133734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21469-2BAB-6223-DD86-44A82855C2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847611-B2CC-22F0-7A5F-9BC7FEE33B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A602C0A-FB0B-ADFD-362A-62A941CABD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A71468-A6B2-12CF-28A7-16CC943D450E}"/>
              </a:ext>
            </a:extLst>
          </p:cNvPr>
          <p:cNvSpPr>
            <a:spLocks noGrp="1"/>
          </p:cNvSpPr>
          <p:nvPr>
            <p:ph type="dt" sz="half" idx="10"/>
          </p:nvPr>
        </p:nvSpPr>
        <p:spPr/>
        <p:txBody>
          <a:bodyPr/>
          <a:lstStyle/>
          <a:p>
            <a:fld id="{46751CAC-9D0F-40AD-848F-537623909F78}" type="datetimeFigureOut">
              <a:rPr lang="en-IN" smtClean="0"/>
              <a:t>22-08-2024</a:t>
            </a:fld>
            <a:endParaRPr lang="en-IN"/>
          </a:p>
        </p:txBody>
      </p:sp>
      <p:sp>
        <p:nvSpPr>
          <p:cNvPr id="6" name="Footer Placeholder 5">
            <a:extLst>
              <a:ext uri="{FF2B5EF4-FFF2-40B4-BE49-F238E27FC236}">
                <a16:creationId xmlns:a16="http://schemas.microsoft.com/office/drawing/2014/main" id="{DDD6A848-3C8A-ED37-1EA7-6E4F11D9F1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880598-80A1-9A45-380B-D896A3F7C71F}"/>
              </a:ext>
            </a:extLst>
          </p:cNvPr>
          <p:cNvSpPr>
            <a:spLocks noGrp="1"/>
          </p:cNvSpPr>
          <p:nvPr>
            <p:ph type="sldNum" sz="quarter" idx="12"/>
          </p:nvPr>
        </p:nvSpPr>
        <p:spPr/>
        <p:txBody>
          <a:bodyPr/>
          <a:lstStyle/>
          <a:p>
            <a:fld id="{424F5B10-B4D4-4366-87E9-4DE89AE5E168}" type="slidenum">
              <a:rPr lang="en-IN" smtClean="0"/>
              <a:t>‹#›</a:t>
            </a:fld>
            <a:endParaRPr lang="en-IN"/>
          </a:p>
        </p:txBody>
      </p:sp>
    </p:spTree>
    <p:extLst>
      <p:ext uri="{BB962C8B-B14F-4D97-AF65-F5344CB8AC3E}">
        <p14:creationId xmlns:p14="http://schemas.microsoft.com/office/powerpoint/2010/main" val="3245966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D7E3C-3F94-25A9-2B24-A8A8946FE02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B98D44-C24D-FADE-C2D6-EFF3041FCB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5EA386-3CAD-9406-00C0-CB40557348D2}"/>
              </a:ext>
            </a:extLst>
          </p:cNvPr>
          <p:cNvSpPr>
            <a:spLocks noGrp="1"/>
          </p:cNvSpPr>
          <p:nvPr>
            <p:ph type="dt" sz="half" idx="10"/>
          </p:nvPr>
        </p:nvSpPr>
        <p:spPr/>
        <p:txBody>
          <a:bodyPr/>
          <a:lstStyle/>
          <a:p>
            <a:fld id="{46751CAC-9D0F-40AD-848F-537623909F78}" type="datetimeFigureOut">
              <a:rPr lang="en-IN" smtClean="0"/>
              <a:t>22-08-2024</a:t>
            </a:fld>
            <a:endParaRPr lang="en-IN"/>
          </a:p>
        </p:txBody>
      </p:sp>
      <p:sp>
        <p:nvSpPr>
          <p:cNvPr id="5" name="Footer Placeholder 4">
            <a:extLst>
              <a:ext uri="{FF2B5EF4-FFF2-40B4-BE49-F238E27FC236}">
                <a16:creationId xmlns:a16="http://schemas.microsoft.com/office/drawing/2014/main" id="{BB161A01-A2CA-14B6-50F4-C43B43BD14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0875A0-F029-9E76-7CBF-9884A4F4BC6F}"/>
              </a:ext>
            </a:extLst>
          </p:cNvPr>
          <p:cNvSpPr>
            <a:spLocks noGrp="1"/>
          </p:cNvSpPr>
          <p:nvPr>
            <p:ph type="sldNum" sz="quarter" idx="12"/>
          </p:nvPr>
        </p:nvSpPr>
        <p:spPr/>
        <p:txBody>
          <a:bodyPr/>
          <a:lstStyle/>
          <a:p>
            <a:fld id="{424F5B10-B4D4-4366-87E9-4DE89AE5E168}" type="slidenum">
              <a:rPr lang="en-IN" smtClean="0"/>
              <a:t>‹#›</a:t>
            </a:fld>
            <a:endParaRPr lang="en-IN"/>
          </a:p>
        </p:txBody>
      </p:sp>
    </p:spTree>
    <p:extLst>
      <p:ext uri="{BB962C8B-B14F-4D97-AF65-F5344CB8AC3E}">
        <p14:creationId xmlns:p14="http://schemas.microsoft.com/office/powerpoint/2010/main" val="1573025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ADE814-655F-A5D8-0AD1-2F157ED0B5C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D5FE79-3F72-C699-0EEA-DB92E289A1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BFD9E2-945B-04B4-06B3-F8B5D0644750}"/>
              </a:ext>
            </a:extLst>
          </p:cNvPr>
          <p:cNvSpPr>
            <a:spLocks noGrp="1"/>
          </p:cNvSpPr>
          <p:nvPr>
            <p:ph type="dt" sz="half" idx="10"/>
          </p:nvPr>
        </p:nvSpPr>
        <p:spPr/>
        <p:txBody>
          <a:bodyPr/>
          <a:lstStyle/>
          <a:p>
            <a:fld id="{46751CAC-9D0F-40AD-848F-537623909F78}" type="datetimeFigureOut">
              <a:rPr lang="en-IN" smtClean="0"/>
              <a:t>22-08-2024</a:t>
            </a:fld>
            <a:endParaRPr lang="en-IN"/>
          </a:p>
        </p:txBody>
      </p:sp>
      <p:sp>
        <p:nvSpPr>
          <p:cNvPr id="5" name="Footer Placeholder 4">
            <a:extLst>
              <a:ext uri="{FF2B5EF4-FFF2-40B4-BE49-F238E27FC236}">
                <a16:creationId xmlns:a16="http://schemas.microsoft.com/office/drawing/2014/main" id="{EFDDFC54-2F69-4F9E-E930-8941AAEA18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EE647D-4597-4E35-BB16-57E0C395F7C4}"/>
              </a:ext>
            </a:extLst>
          </p:cNvPr>
          <p:cNvSpPr>
            <a:spLocks noGrp="1"/>
          </p:cNvSpPr>
          <p:nvPr>
            <p:ph type="sldNum" sz="quarter" idx="12"/>
          </p:nvPr>
        </p:nvSpPr>
        <p:spPr/>
        <p:txBody>
          <a:bodyPr/>
          <a:lstStyle/>
          <a:p>
            <a:fld id="{424F5B10-B4D4-4366-87E9-4DE89AE5E168}" type="slidenum">
              <a:rPr lang="en-IN" smtClean="0"/>
              <a:t>‹#›</a:t>
            </a:fld>
            <a:endParaRPr lang="en-IN"/>
          </a:p>
        </p:txBody>
      </p:sp>
    </p:spTree>
    <p:extLst>
      <p:ext uri="{BB962C8B-B14F-4D97-AF65-F5344CB8AC3E}">
        <p14:creationId xmlns:p14="http://schemas.microsoft.com/office/powerpoint/2010/main" val="3803249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009AE2-680E-F211-31EE-4AC5444952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92BD91-34F8-12BC-4FF8-2EDDF6AA2F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24A252-9EEE-88AB-89CB-B8B650F9F6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751CAC-9D0F-40AD-848F-537623909F78}" type="datetimeFigureOut">
              <a:rPr lang="en-IN" smtClean="0"/>
              <a:t>22-08-2024</a:t>
            </a:fld>
            <a:endParaRPr lang="en-IN"/>
          </a:p>
        </p:txBody>
      </p:sp>
      <p:sp>
        <p:nvSpPr>
          <p:cNvPr id="5" name="Footer Placeholder 4">
            <a:extLst>
              <a:ext uri="{FF2B5EF4-FFF2-40B4-BE49-F238E27FC236}">
                <a16:creationId xmlns:a16="http://schemas.microsoft.com/office/drawing/2014/main" id="{9092DBE6-3D0D-2EA2-EDDF-0D0486F6C4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2B74C4A-DD57-0B57-BC9C-60B9101A8D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F5B10-B4D4-4366-87E9-4DE89AE5E168}" type="slidenum">
              <a:rPr lang="en-IN" smtClean="0"/>
              <a:t>‹#›</a:t>
            </a:fld>
            <a:endParaRPr lang="en-IN"/>
          </a:p>
        </p:txBody>
      </p:sp>
    </p:spTree>
    <p:extLst>
      <p:ext uri="{BB962C8B-B14F-4D97-AF65-F5344CB8AC3E}">
        <p14:creationId xmlns:p14="http://schemas.microsoft.com/office/powerpoint/2010/main" val="2171613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9C60FB1-AB0B-7CBB-1820-1698B411E113}"/>
              </a:ext>
            </a:extLst>
          </p:cNvPr>
          <p:cNvSpPr/>
          <p:nvPr/>
        </p:nvSpPr>
        <p:spPr>
          <a:xfrm rot="19800000">
            <a:off x="518054" y="2782147"/>
            <a:ext cx="14718702" cy="6257733"/>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2540757E-97B5-64DD-DD01-84527C5CF0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3492500" cy="697567"/>
          </a:xfrm>
          <a:prstGeom prst="rect">
            <a:avLst/>
          </a:prstGeom>
        </p:spPr>
      </p:pic>
      <p:sp>
        <p:nvSpPr>
          <p:cNvPr id="12" name="TextBox 11">
            <a:extLst>
              <a:ext uri="{FF2B5EF4-FFF2-40B4-BE49-F238E27FC236}">
                <a16:creationId xmlns:a16="http://schemas.microsoft.com/office/drawing/2014/main" id="{4B1B87A4-200A-C631-80AC-A0D970AA3E5A}"/>
              </a:ext>
            </a:extLst>
          </p:cNvPr>
          <p:cNvSpPr txBox="1"/>
          <p:nvPr/>
        </p:nvSpPr>
        <p:spPr>
          <a:xfrm>
            <a:off x="317500" y="1175907"/>
            <a:ext cx="8229600" cy="2092881"/>
          </a:xfrm>
          <a:prstGeom prst="rect">
            <a:avLst/>
          </a:prstGeom>
          <a:noFill/>
        </p:spPr>
        <p:txBody>
          <a:bodyPr wrap="square" rtlCol="0">
            <a:spAutoFit/>
          </a:bodyPr>
          <a:lstStyle/>
          <a:p>
            <a:r>
              <a:rPr lang="en-US" sz="13000" dirty="0">
                <a:solidFill>
                  <a:schemeClr val="bg1"/>
                </a:solidFill>
                <a:latin typeface="Colonna MT" panose="04020805060202030203" pitchFamily="82" charset="0"/>
              </a:rPr>
              <a:t>NATIONAL</a:t>
            </a:r>
            <a:endParaRPr lang="en-IN" sz="13000" dirty="0">
              <a:solidFill>
                <a:schemeClr val="bg1"/>
              </a:solidFill>
              <a:latin typeface="Colonna MT" panose="04020805060202030203" pitchFamily="82" charset="0"/>
            </a:endParaRPr>
          </a:p>
        </p:txBody>
      </p:sp>
      <p:sp>
        <p:nvSpPr>
          <p:cNvPr id="13" name="TextBox 12">
            <a:extLst>
              <a:ext uri="{FF2B5EF4-FFF2-40B4-BE49-F238E27FC236}">
                <a16:creationId xmlns:a16="http://schemas.microsoft.com/office/drawing/2014/main" id="{18B71E7F-2CAF-6CC3-4CFD-B74584D3D257}"/>
              </a:ext>
            </a:extLst>
          </p:cNvPr>
          <p:cNvSpPr txBox="1"/>
          <p:nvPr/>
        </p:nvSpPr>
        <p:spPr>
          <a:xfrm>
            <a:off x="317500" y="2614711"/>
            <a:ext cx="5921375" cy="2123658"/>
          </a:xfrm>
          <a:prstGeom prst="rect">
            <a:avLst/>
          </a:prstGeom>
          <a:noFill/>
        </p:spPr>
        <p:txBody>
          <a:bodyPr wrap="square" rtlCol="0">
            <a:spAutoFit/>
          </a:bodyPr>
          <a:lstStyle/>
          <a:p>
            <a:r>
              <a:rPr lang="en-US" sz="6600" spc="600" dirty="0">
                <a:solidFill>
                  <a:schemeClr val="bg1"/>
                </a:solidFill>
                <a:latin typeface="Algerian" panose="04020705040A02060702" pitchFamily="82" charset="0"/>
              </a:rPr>
              <a:t>Space</a:t>
            </a:r>
          </a:p>
          <a:p>
            <a:r>
              <a:rPr lang="en-US" sz="6600" spc="600" dirty="0">
                <a:solidFill>
                  <a:schemeClr val="bg1"/>
                </a:solidFill>
                <a:latin typeface="Algerian" panose="04020705040A02060702" pitchFamily="82" charset="0"/>
              </a:rPr>
              <a:t>day</a:t>
            </a:r>
            <a:endParaRPr lang="en-IN" sz="6600" spc="600" dirty="0">
              <a:solidFill>
                <a:schemeClr val="bg1"/>
              </a:solidFill>
              <a:latin typeface="Algerian" panose="04020705040A02060702" pitchFamily="82" charset="0"/>
            </a:endParaRPr>
          </a:p>
        </p:txBody>
      </p:sp>
      <p:sp>
        <p:nvSpPr>
          <p:cNvPr id="15" name="TextBox 14">
            <a:extLst>
              <a:ext uri="{FF2B5EF4-FFF2-40B4-BE49-F238E27FC236}">
                <a16:creationId xmlns:a16="http://schemas.microsoft.com/office/drawing/2014/main" id="{08C1E6E6-C746-8469-BA76-3B004D5AC7FB}"/>
              </a:ext>
            </a:extLst>
          </p:cNvPr>
          <p:cNvSpPr txBox="1"/>
          <p:nvPr/>
        </p:nvSpPr>
        <p:spPr>
          <a:xfrm>
            <a:off x="10007601" y="6027003"/>
            <a:ext cx="2184400" cy="707886"/>
          </a:xfrm>
          <a:prstGeom prst="rect">
            <a:avLst/>
          </a:prstGeom>
          <a:noFill/>
        </p:spPr>
        <p:txBody>
          <a:bodyPr wrap="square" rtlCol="0">
            <a:spAutoFit/>
          </a:bodyPr>
          <a:lstStyle/>
          <a:p>
            <a:r>
              <a:rPr lang="en-US" sz="4000" dirty="0">
                <a:solidFill>
                  <a:schemeClr val="bg1"/>
                </a:solidFill>
                <a:latin typeface="Brush Script MT" panose="03060802040406070304" pitchFamily="66" charset="0"/>
              </a:rPr>
              <a:t>August 23</a:t>
            </a:r>
            <a:endParaRPr lang="en-IN" sz="4000" dirty="0">
              <a:solidFill>
                <a:schemeClr val="bg1"/>
              </a:solidFill>
              <a:latin typeface="Brush Script MT" panose="03060802040406070304" pitchFamily="66" charset="0"/>
            </a:endParaRPr>
          </a:p>
        </p:txBody>
      </p:sp>
      <p:sp>
        <p:nvSpPr>
          <p:cNvPr id="16" name="TextBox 15">
            <a:extLst>
              <a:ext uri="{FF2B5EF4-FFF2-40B4-BE49-F238E27FC236}">
                <a16:creationId xmlns:a16="http://schemas.microsoft.com/office/drawing/2014/main" id="{6C2023F4-C6E6-1840-A34F-231008AA2505}"/>
              </a:ext>
            </a:extLst>
          </p:cNvPr>
          <p:cNvSpPr txBox="1"/>
          <p:nvPr/>
        </p:nvSpPr>
        <p:spPr>
          <a:xfrm>
            <a:off x="6238875" y="3448800"/>
            <a:ext cx="5051425" cy="2462213"/>
          </a:xfrm>
          <a:prstGeom prst="rect">
            <a:avLst/>
          </a:prstGeom>
          <a:solidFill>
            <a:schemeClr val="tx1">
              <a:alpha val="30000"/>
            </a:schemeClr>
          </a:solidFill>
        </p:spPr>
        <p:txBody>
          <a:bodyPr wrap="square" rtlCol="0">
            <a:spAutoFit/>
          </a:bodyPr>
          <a:lstStyle/>
          <a:p>
            <a:pPr lvl="1" algn="r"/>
            <a:r>
              <a:rPr lang="en-US" sz="2200" dirty="0">
                <a:solidFill>
                  <a:schemeClr val="bg1"/>
                </a:solidFill>
              </a:rPr>
              <a:t>National Space Day, celebrated on the first Friday in May, inspires interest in space exploration and STEM education. It honors the achievements in space science and encourages future generations to explore the cosmos.</a:t>
            </a:r>
            <a:endParaRPr lang="en-IN" sz="2200" dirty="0">
              <a:solidFill>
                <a:schemeClr val="bg1"/>
              </a:solidFill>
            </a:endParaRPr>
          </a:p>
        </p:txBody>
      </p:sp>
    </p:spTree>
    <p:extLst>
      <p:ext uri="{BB962C8B-B14F-4D97-AF65-F5344CB8AC3E}">
        <p14:creationId xmlns:p14="http://schemas.microsoft.com/office/powerpoint/2010/main" val="2798690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42</Words>
  <Application>Microsoft Office PowerPoint</Application>
  <PresentationFormat>Widescreen</PresentationFormat>
  <Paragraphs>5</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Algerian</vt:lpstr>
      <vt:lpstr>Arial</vt:lpstr>
      <vt:lpstr>Brush Script MT</vt:lpstr>
      <vt:lpstr>Calibri</vt:lpstr>
      <vt:lpstr>Calibri Light</vt:lpstr>
      <vt:lpstr>Colonna MT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basil mathew</dc:creator>
  <cp:lastModifiedBy>basil mathew</cp:lastModifiedBy>
  <cp:revision>6</cp:revision>
  <dcterms:created xsi:type="dcterms:W3CDTF">2024-08-22T10:43:28Z</dcterms:created>
  <dcterms:modified xsi:type="dcterms:W3CDTF">2024-08-22T10:52:18Z</dcterms:modified>
</cp:coreProperties>
</file>