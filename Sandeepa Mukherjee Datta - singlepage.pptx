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21" autoAdjust="0"/>
    <p:restoredTop sz="94660"/>
  </p:normalViewPr>
  <p:slideViewPr>
    <p:cSldViewPr snapToGrid="0">
      <p:cViewPr>
        <p:scale>
          <a:sx n="50" d="100"/>
          <a:sy n="50" d="100"/>
        </p:scale>
        <p:origin x="1896" y="3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54700-7FB4-905E-E8E3-3D02873429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978E3EA-4CFC-4F6D-15D2-93FB489337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B53D882-1B0C-31A0-9C2A-F2B096B3F515}"/>
              </a:ext>
            </a:extLst>
          </p:cNvPr>
          <p:cNvSpPr>
            <a:spLocks noGrp="1"/>
          </p:cNvSpPr>
          <p:nvPr>
            <p:ph type="dt" sz="half" idx="10"/>
          </p:nvPr>
        </p:nvSpPr>
        <p:spPr/>
        <p:txBody>
          <a:bodyPr/>
          <a:lstStyle/>
          <a:p>
            <a:fld id="{F444B46D-00AD-4FDB-B1C8-2FE01B2FA510}" type="datetimeFigureOut">
              <a:rPr lang="en-IN" smtClean="0"/>
              <a:t>02-09-2024</a:t>
            </a:fld>
            <a:endParaRPr lang="en-IN"/>
          </a:p>
        </p:txBody>
      </p:sp>
      <p:sp>
        <p:nvSpPr>
          <p:cNvPr id="5" name="Footer Placeholder 4">
            <a:extLst>
              <a:ext uri="{FF2B5EF4-FFF2-40B4-BE49-F238E27FC236}">
                <a16:creationId xmlns:a16="http://schemas.microsoft.com/office/drawing/2014/main" id="{1C2091A5-D252-70B5-1625-083273F6840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410002B-B6C9-7A3C-D73A-357E9EEE5725}"/>
              </a:ext>
            </a:extLst>
          </p:cNvPr>
          <p:cNvSpPr>
            <a:spLocks noGrp="1"/>
          </p:cNvSpPr>
          <p:nvPr>
            <p:ph type="sldNum" sz="quarter" idx="12"/>
          </p:nvPr>
        </p:nvSpPr>
        <p:spPr/>
        <p:txBody>
          <a:bodyPr/>
          <a:lstStyle/>
          <a:p>
            <a:fld id="{D2B31565-742C-4E9A-B907-180430B740CC}" type="slidenum">
              <a:rPr lang="en-IN" smtClean="0"/>
              <a:t>‹#›</a:t>
            </a:fld>
            <a:endParaRPr lang="en-IN"/>
          </a:p>
        </p:txBody>
      </p:sp>
    </p:spTree>
    <p:extLst>
      <p:ext uri="{BB962C8B-B14F-4D97-AF65-F5344CB8AC3E}">
        <p14:creationId xmlns:p14="http://schemas.microsoft.com/office/powerpoint/2010/main" val="3679644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7FB7E-B615-8697-5E71-1FE81107ADD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9B030AA-CC95-95E3-6749-F9F19FA3728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BE17751-637A-3C67-D888-6F65403E5430}"/>
              </a:ext>
            </a:extLst>
          </p:cNvPr>
          <p:cNvSpPr>
            <a:spLocks noGrp="1"/>
          </p:cNvSpPr>
          <p:nvPr>
            <p:ph type="dt" sz="half" idx="10"/>
          </p:nvPr>
        </p:nvSpPr>
        <p:spPr/>
        <p:txBody>
          <a:bodyPr/>
          <a:lstStyle/>
          <a:p>
            <a:fld id="{F444B46D-00AD-4FDB-B1C8-2FE01B2FA510}" type="datetimeFigureOut">
              <a:rPr lang="en-IN" smtClean="0"/>
              <a:t>02-09-2024</a:t>
            </a:fld>
            <a:endParaRPr lang="en-IN"/>
          </a:p>
        </p:txBody>
      </p:sp>
      <p:sp>
        <p:nvSpPr>
          <p:cNvPr id="5" name="Footer Placeholder 4">
            <a:extLst>
              <a:ext uri="{FF2B5EF4-FFF2-40B4-BE49-F238E27FC236}">
                <a16:creationId xmlns:a16="http://schemas.microsoft.com/office/drawing/2014/main" id="{642AE1DD-CE9F-2C67-76A4-6098FD9AB97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B396549-8735-BC63-6A55-AFC7DB650C30}"/>
              </a:ext>
            </a:extLst>
          </p:cNvPr>
          <p:cNvSpPr>
            <a:spLocks noGrp="1"/>
          </p:cNvSpPr>
          <p:nvPr>
            <p:ph type="sldNum" sz="quarter" idx="12"/>
          </p:nvPr>
        </p:nvSpPr>
        <p:spPr/>
        <p:txBody>
          <a:bodyPr/>
          <a:lstStyle/>
          <a:p>
            <a:fld id="{D2B31565-742C-4E9A-B907-180430B740CC}" type="slidenum">
              <a:rPr lang="en-IN" smtClean="0"/>
              <a:t>‹#›</a:t>
            </a:fld>
            <a:endParaRPr lang="en-IN"/>
          </a:p>
        </p:txBody>
      </p:sp>
    </p:spTree>
    <p:extLst>
      <p:ext uri="{BB962C8B-B14F-4D97-AF65-F5344CB8AC3E}">
        <p14:creationId xmlns:p14="http://schemas.microsoft.com/office/powerpoint/2010/main" val="763653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31B3C-3F29-5BEA-0728-6BB89F07C5B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7F52F2C-5A41-D119-831E-5E374E62EAE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BF32D16-F5A6-011F-8B8C-18575BDBE6D6}"/>
              </a:ext>
            </a:extLst>
          </p:cNvPr>
          <p:cNvSpPr>
            <a:spLocks noGrp="1"/>
          </p:cNvSpPr>
          <p:nvPr>
            <p:ph type="dt" sz="half" idx="10"/>
          </p:nvPr>
        </p:nvSpPr>
        <p:spPr/>
        <p:txBody>
          <a:bodyPr/>
          <a:lstStyle/>
          <a:p>
            <a:fld id="{F444B46D-00AD-4FDB-B1C8-2FE01B2FA510}" type="datetimeFigureOut">
              <a:rPr lang="en-IN" smtClean="0"/>
              <a:t>02-09-2024</a:t>
            </a:fld>
            <a:endParaRPr lang="en-IN"/>
          </a:p>
        </p:txBody>
      </p:sp>
      <p:sp>
        <p:nvSpPr>
          <p:cNvPr id="5" name="Footer Placeholder 4">
            <a:extLst>
              <a:ext uri="{FF2B5EF4-FFF2-40B4-BE49-F238E27FC236}">
                <a16:creationId xmlns:a16="http://schemas.microsoft.com/office/drawing/2014/main" id="{3E6EA286-4CD7-484C-3058-6EA3519E78B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40FF124-A1C9-47F8-43CB-4C34E6918D23}"/>
              </a:ext>
            </a:extLst>
          </p:cNvPr>
          <p:cNvSpPr>
            <a:spLocks noGrp="1"/>
          </p:cNvSpPr>
          <p:nvPr>
            <p:ph type="sldNum" sz="quarter" idx="12"/>
          </p:nvPr>
        </p:nvSpPr>
        <p:spPr/>
        <p:txBody>
          <a:bodyPr/>
          <a:lstStyle/>
          <a:p>
            <a:fld id="{D2B31565-742C-4E9A-B907-180430B740CC}" type="slidenum">
              <a:rPr lang="en-IN" smtClean="0"/>
              <a:t>‹#›</a:t>
            </a:fld>
            <a:endParaRPr lang="en-IN"/>
          </a:p>
        </p:txBody>
      </p:sp>
    </p:spTree>
    <p:extLst>
      <p:ext uri="{BB962C8B-B14F-4D97-AF65-F5344CB8AC3E}">
        <p14:creationId xmlns:p14="http://schemas.microsoft.com/office/powerpoint/2010/main" val="36284058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AED1E-503F-801F-38F4-E1615FA6C0B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1402530-1B26-7ACB-0DCF-2BD933621FE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1C98EB9-37A4-8663-D30C-86B3722FF92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B66AF89-77B5-FC58-7652-7966005AC24F}"/>
              </a:ext>
            </a:extLst>
          </p:cNvPr>
          <p:cNvSpPr>
            <a:spLocks noGrp="1"/>
          </p:cNvSpPr>
          <p:nvPr>
            <p:ph type="dt" sz="half" idx="10"/>
          </p:nvPr>
        </p:nvSpPr>
        <p:spPr/>
        <p:txBody>
          <a:bodyPr/>
          <a:lstStyle/>
          <a:p>
            <a:fld id="{F444B46D-00AD-4FDB-B1C8-2FE01B2FA510}" type="datetimeFigureOut">
              <a:rPr lang="en-IN" smtClean="0"/>
              <a:t>02-09-2024</a:t>
            </a:fld>
            <a:endParaRPr lang="en-IN"/>
          </a:p>
        </p:txBody>
      </p:sp>
      <p:sp>
        <p:nvSpPr>
          <p:cNvPr id="6" name="Footer Placeholder 5">
            <a:extLst>
              <a:ext uri="{FF2B5EF4-FFF2-40B4-BE49-F238E27FC236}">
                <a16:creationId xmlns:a16="http://schemas.microsoft.com/office/drawing/2014/main" id="{C4BE1F95-89A1-6E7B-5817-9D2E7877B48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D79B444-F493-CD95-250B-837E1526C1E1}"/>
              </a:ext>
            </a:extLst>
          </p:cNvPr>
          <p:cNvSpPr>
            <a:spLocks noGrp="1"/>
          </p:cNvSpPr>
          <p:nvPr>
            <p:ph type="sldNum" sz="quarter" idx="12"/>
          </p:nvPr>
        </p:nvSpPr>
        <p:spPr/>
        <p:txBody>
          <a:bodyPr/>
          <a:lstStyle/>
          <a:p>
            <a:fld id="{D2B31565-742C-4E9A-B907-180430B740CC}" type="slidenum">
              <a:rPr lang="en-IN" smtClean="0"/>
              <a:t>‹#›</a:t>
            </a:fld>
            <a:endParaRPr lang="en-IN"/>
          </a:p>
        </p:txBody>
      </p:sp>
    </p:spTree>
    <p:extLst>
      <p:ext uri="{BB962C8B-B14F-4D97-AF65-F5344CB8AC3E}">
        <p14:creationId xmlns:p14="http://schemas.microsoft.com/office/powerpoint/2010/main" val="1218442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283C8-C4C0-10CB-DD00-3ED91075011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6C9C865-8C2A-8DD9-E9C2-12D457F207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7FA358E-1276-9BC9-A7BA-431CC50678F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226CFD2-AB06-54E3-9581-5F8C88D5F01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CF57897-4287-3CD9-214B-CFBA6E3FC78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E9C69AE-3246-DBBD-F7BE-0E559E904D37}"/>
              </a:ext>
            </a:extLst>
          </p:cNvPr>
          <p:cNvSpPr>
            <a:spLocks noGrp="1"/>
          </p:cNvSpPr>
          <p:nvPr>
            <p:ph type="dt" sz="half" idx="10"/>
          </p:nvPr>
        </p:nvSpPr>
        <p:spPr/>
        <p:txBody>
          <a:bodyPr/>
          <a:lstStyle/>
          <a:p>
            <a:fld id="{F444B46D-00AD-4FDB-B1C8-2FE01B2FA510}" type="datetimeFigureOut">
              <a:rPr lang="en-IN" smtClean="0"/>
              <a:t>02-09-2024</a:t>
            </a:fld>
            <a:endParaRPr lang="en-IN"/>
          </a:p>
        </p:txBody>
      </p:sp>
      <p:sp>
        <p:nvSpPr>
          <p:cNvPr id="8" name="Footer Placeholder 7">
            <a:extLst>
              <a:ext uri="{FF2B5EF4-FFF2-40B4-BE49-F238E27FC236}">
                <a16:creationId xmlns:a16="http://schemas.microsoft.com/office/drawing/2014/main" id="{DE778445-1549-5B1F-C28C-3B8A41A9EC0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BD463D0-E27C-35AB-A2FA-F208D83904C7}"/>
              </a:ext>
            </a:extLst>
          </p:cNvPr>
          <p:cNvSpPr>
            <a:spLocks noGrp="1"/>
          </p:cNvSpPr>
          <p:nvPr>
            <p:ph type="sldNum" sz="quarter" idx="12"/>
          </p:nvPr>
        </p:nvSpPr>
        <p:spPr/>
        <p:txBody>
          <a:bodyPr/>
          <a:lstStyle/>
          <a:p>
            <a:fld id="{D2B31565-742C-4E9A-B907-180430B740CC}" type="slidenum">
              <a:rPr lang="en-IN" smtClean="0"/>
              <a:t>‹#›</a:t>
            </a:fld>
            <a:endParaRPr lang="en-IN"/>
          </a:p>
        </p:txBody>
      </p:sp>
    </p:spTree>
    <p:extLst>
      <p:ext uri="{BB962C8B-B14F-4D97-AF65-F5344CB8AC3E}">
        <p14:creationId xmlns:p14="http://schemas.microsoft.com/office/powerpoint/2010/main" val="36236737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186F1-629E-B31C-6DB7-6B60893083F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A502193-0AB9-B7AE-6901-8626B16DEAC7}"/>
              </a:ext>
            </a:extLst>
          </p:cNvPr>
          <p:cNvSpPr>
            <a:spLocks noGrp="1"/>
          </p:cNvSpPr>
          <p:nvPr>
            <p:ph type="dt" sz="half" idx="10"/>
          </p:nvPr>
        </p:nvSpPr>
        <p:spPr/>
        <p:txBody>
          <a:bodyPr/>
          <a:lstStyle/>
          <a:p>
            <a:fld id="{F444B46D-00AD-4FDB-B1C8-2FE01B2FA510}" type="datetimeFigureOut">
              <a:rPr lang="en-IN" smtClean="0"/>
              <a:t>02-09-2024</a:t>
            </a:fld>
            <a:endParaRPr lang="en-IN"/>
          </a:p>
        </p:txBody>
      </p:sp>
      <p:sp>
        <p:nvSpPr>
          <p:cNvPr id="4" name="Footer Placeholder 3">
            <a:extLst>
              <a:ext uri="{FF2B5EF4-FFF2-40B4-BE49-F238E27FC236}">
                <a16:creationId xmlns:a16="http://schemas.microsoft.com/office/drawing/2014/main" id="{BF8837C9-4C7E-B93B-3131-4B62B5E03B6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9AD25B4-A3C6-4537-CC8B-98F192E24B59}"/>
              </a:ext>
            </a:extLst>
          </p:cNvPr>
          <p:cNvSpPr>
            <a:spLocks noGrp="1"/>
          </p:cNvSpPr>
          <p:nvPr>
            <p:ph type="sldNum" sz="quarter" idx="12"/>
          </p:nvPr>
        </p:nvSpPr>
        <p:spPr/>
        <p:txBody>
          <a:bodyPr/>
          <a:lstStyle/>
          <a:p>
            <a:fld id="{D2B31565-742C-4E9A-B907-180430B740CC}" type="slidenum">
              <a:rPr lang="en-IN" smtClean="0"/>
              <a:t>‹#›</a:t>
            </a:fld>
            <a:endParaRPr lang="en-IN"/>
          </a:p>
        </p:txBody>
      </p:sp>
    </p:spTree>
    <p:extLst>
      <p:ext uri="{BB962C8B-B14F-4D97-AF65-F5344CB8AC3E}">
        <p14:creationId xmlns:p14="http://schemas.microsoft.com/office/powerpoint/2010/main" val="26983654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501070E-F654-1132-7319-921E051E6636}"/>
              </a:ext>
            </a:extLst>
          </p:cNvPr>
          <p:cNvSpPr>
            <a:spLocks noGrp="1"/>
          </p:cNvSpPr>
          <p:nvPr>
            <p:ph type="dt" sz="half" idx="10"/>
          </p:nvPr>
        </p:nvSpPr>
        <p:spPr/>
        <p:txBody>
          <a:bodyPr/>
          <a:lstStyle/>
          <a:p>
            <a:fld id="{F444B46D-00AD-4FDB-B1C8-2FE01B2FA510}" type="datetimeFigureOut">
              <a:rPr lang="en-IN" smtClean="0"/>
              <a:t>02-09-2024</a:t>
            </a:fld>
            <a:endParaRPr lang="en-IN"/>
          </a:p>
        </p:txBody>
      </p:sp>
      <p:sp>
        <p:nvSpPr>
          <p:cNvPr id="3" name="Footer Placeholder 2">
            <a:extLst>
              <a:ext uri="{FF2B5EF4-FFF2-40B4-BE49-F238E27FC236}">
                <a16:creationId xmlns:a16="http://schemas.microsoft.com/office/drawing/2014/main" id="{2581CC52-4204-8F2C-985F-5C0EB563AEF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5487301-DF94-709C-E36E-D009AE996A1F}"/>
              </a:ext>
            </a:extLst>
          </p:cNvPr>
          <p:cNvSpPr>
            <a:spLocks noGrp="1"/>
          </p:cNvSpPr>
          <p:nvPr>
            <p:ph type="sldNum" sz="quarter" idx="12"/>
          </p:nvPr>
        </p:nvSpPr>
        <p:spPr/>
        <p:txBody>
          <a:bodyPr/>
          <a:lstStyle/>
          <a:p>
            <a:fld id="{D2B31565-742C-4E9A-B907-180430B740CC}" type="slidenum">
              <a:rPr lang="en-IN" smtClean="0"/>
              <a:t>‹#›</a:t>
            </a:fld>
            <a:endParaRPr lang="en-IN"/>
          </a:p>
        </p:txBody>
      </p:sp>
    </p:spTree>
    <p:extLst>
      <p:ext uri="{BB962C8B-B14F-4D97-AF65-F5344CB8AC3E}">
        <p14:creationId xmlns:p14="http://schemas.microsoft.com/office/powerpoint/2010/main" val="3616406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088D4-4ABB-E7EF-6D3E-85432A115B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D5FDF24-427F-743E-86A7-467EAC771BC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3956454-82C4-C14F-9BB3-5EDC3F3846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0A5F5E-33FB-B5AB-AA19-9F96738FEEA7}"/>
              </a:ext>
            </a:extLst>
          </p:cNvPr>
          <p:cNvSpPr>
            <a:spLocks noGrp="1"/>
          </p:cNvSpPr>
          <p:nvPr>
            <p:ph type="dt" sz="half" idx="10"/>
          </p:nvPr>
        </p:nvSpPr>
        <p:spPr/>
        <p:txBody>
          <a:bodyPr/>
          <a:lstStyle/>
          <a:p>
            <a:fld id="{F444B46D-00AD-4FDB-B1C8-2FE01B2FA510}" type="datetimeFigureOut">
              <a:rPr lang="en-IN" smtClean="0"/>
              <a:t>02-09-2024</a:t>
            </a:fld>
            <a:endParaRPr lang="en-IN"/>
          </a:p>
        </p:txBody>
      </p:sp>
      <p:sp>
        <p:nvSpPr>
          <p:cNvPr id="6" name="Footer Placeholder 5">
            <a:extLst>
              <a:ext uri="{FF2B5EF4-FFF2-40B4-BE49-F238E27FC236}">
                <a16:creationId xmlns:a16="http://schemas.microsoft.com/office/drawing/2014/main" id="{7C27BCA7-73DC-C22C-68A9-10DF56AA753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BACB3F8-1F36-BF4C-9B49-3213340F6094}"/>
              </a:ext>
            </a:extLst>
          </p:cNvPr>
          <p:cNvSpPr>
            <a:spLocks noGrp="1"/>
          </p:cNvSpPr>
          <p:nvPr>
            <p:ph type="sldNum" sz="quarter" idx="12"/>
          </p:nvPr>
        </p:nvSpPr>
        <p:spPr/>
        <p:txBody>
          <a:bodyPr/>
          <a:lstStyle/>
          <a:p>
            <a:fld id="{D2B31565-742C-4E9A-B907-180430B740CC}" type="slidenum">
              <a:rPr lang="en-IN" smtClean="0"/>
              <a:t>‹#›</a:t>
            </a:fld>
            <a:endParaRPr lang="en-IN"/>
          </a:p>
        </p:txBody>
      </p:sp>
    </p:spTree>
    <p:extLst>
      <p:ext uri="{BB962C8B-B14F-4D97-AF65-F5344CB8AC3E}">
        <p14:creationId xmlns:p14="http://schemas.microsoft.com/office/powerpoint/2010/main" val="34162531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E3606-EA5A-A2E6-F75F-CD14495692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49938AD-BBE9-029B-FE41-E44E0B23ACE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F2A5FFA-0368-B7BE-8D7C-F466FD2E3C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0EBE13-F608-9148-4272-C2B7DF935D5E}"/>
              </a:ext>
            </a:extLst>
          </p:cNvPr>
          <p:cNvSpPr>
            <a:spLocks noGrp="1"/>
          </p:cNvSpPr>
          <p:nvPr>
            <p:ph type="dt" sz="half" idx="10"/>
          </p:nvPr>
        </p:nvSpPr>
        <p:spPr/>
        <p:txBody>
          <a:bodyPr/>
          <a:lstStyle/>
          <a:p>
            <a:fld id="{F444B46D-00AD-4FDB-B1C8-2FE01B2FA510}" type="datetimeFigureOut">
              <a:rPr lang="en-IN" smtClean="0"/>
              <a:t>02-09-2024</a:t>
            </a:fld>
            <a:endParaRPr lang="en-IN"/>
          </a:p>
        </p:txBody>
      </p:sp>
      <p:sp>
        <p:nvSpPr>
          <p:cNvPr id="6" name="Footer Placeholder 5">
            <a:extLst>
              <a:ext uri="{FF2B5EF4-FFF2-40B4-BE49-F238E27FC236}">
                <a16:creationId xmlns:a16="http://schemas.microsoft.com/office/drawing/2014/main" id="{27C00ECA-49BB-40EA-3EC0-317449DFD1E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B7F7EB5-F2D4-7139-92FC-DA651F4D9F97}"/>
              </a:ext>
            </a:extLst>
          </p:cNvPr>
          <p:cNvSpPr>
            <a:spLocks noGrp="1"/>
          </p:cNvSpPr>
          <p:nvPr>
            <p:ph type="sldNum" sz="quarter" idx="12"/>
          </p:nvPr>
        </p:nvSpPr>
        <p:spPr/>
        <p:txBody>
          <a:bodyPr/>
          <a:lstStyle/>
          <a:p>
            <a:fld id="{D2B31565-742C-4E9A-B907-180430B740CC}" type="slidenum">
              <a:rPr lang="en-IN" smtClean="0"/>
              <a:t>‹#›</a:t>
            </a:fld>
            <a:endParaRPr lang="en-IN"/>
          </a:p>
        </p:txBody>
      </p:sp>
    </p:spTree>
    <p:extLst>
      <p:ext uri="{BB962C8B-B14F-4D97-AF65-F5344CB8AC3E}">
        <p14:creationId xmlns:p14="http://schemas.microsoft.com/office/powerpoint/2010/main" val="30418993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08DE0-5201-FA03-C630-90F4C74D1F8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7CC3184-F7BB-66D5-5577-F3D9F767CD9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5DEFCF9-1CB3-9C27-27AF-1E9220D83D49}"/>
              </a:ext>
            </a:extLst>
          </p:cNvPr>
          <p:cNvSpPr>
            <a:spLocks noGrp="1"/>
          </p:cNvSpPr>
          <p:nvPr>
            <p:ph type="dt" sz="half" idx="10"/>
          </p:nvPr>
        </p:nvSpPr>
        <p:spPr/>
        <p:txBody>
          <a:bodyPr/>
          <a:lstStyle/>
          <a:p>
            <a:fld id="{F444B46D-00AD-4FDB-B1C8-2FE01B2FA510}" type="datetimeFigureOut">
              <a:rPr lang="en-IN" smtClean="0"/>
              <a:t>02-09-2024</a:t>
            </a:fld>
            <a:endParaRPr lang="en-IN"/>
          </a:p>
        </p:txBody>
      </p:sp>
      <p:sp>
        <p:nvSpPr>
          <p:cNvPr id="5" name="Footer Placeholder 4">
            <a:extLst>
              <a:ext uri="{FF2B5EF4-FFF2-40B4-BE49-F238E27FC236}">
                <a16:creationId xmlns:a16="http://schemas.microsoft.com/office/drawing/2014/main" id="{36B9C74E-A4B1-AA45-9B6C-510889F1DE5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4A95D86-4427-EFA7-F61A-5BCD3F837907}"/>
              </a:ext>
            </a:extLst>
          </p:cNvPr>
          <p:cNvSpPr>
            <a:spLocks noGrp="1"/>
          </p:cNvSpPr>
          <p:nvPr>
            <p:ph type="sldNum" sz="quarter" idx="12"/>
          </p:nvPr>
        </p:nvSpPr>
        <p:spPr/>
        <p:txBody>
          <a:bodyPr/>
          <a:lstStyle/>
          <a:p>
            <a:fld id="{D2B31565-742C-4E9A-B907-180430B740CC}" type="slidenum">
              <a:rPr lang="en-IN" smtClean="0"/>
              <a:t>‹#›</a:t>
            </a:fld>
            <a:endParaRPr lang="en-IN"/>
          </a:p>
        </p:txBody>
      </p:sp>
    </p:spTree>
    <p:extLst>
      <p:ext uri="{BB962C8B-B14F-4D97-AF65-F5344CB8AC3E}">
        <p14:creationId xmlns:p14="http://schemas.microsoft.com/office/powerpoint/2010/main" val="3401164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318CCC8-B073-F94C-BCE1-8E875C9F1AC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CEBDA50-9C45-3915-05BB-650844787F7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FF8BC11-A0F9-11C8-9D85-4A9AB4F9E520}"/>
              </a:ext>
            </a:extLst>
          </p:cNvPr>
          <p:cNvSpPr>
            <a:spLocks noGrp="1"/>
          </p:cNvSpPr>
          <p:nvPr>
            <p:ph type="dt" sz="half" idx="10"/>
          </p:nvPr>
        </p:nvSpPr>
        <p:spPr/>
        <p:txBody>
          <a:bodyPr/>
          <a:lstStyle/>
          <a:p>
            <a:fld id="{F444B46D-00AD-4FDB-B1C8-2FE01B2FA510}" type="datetimeFigureOut">
              <a:rPr lang="en-IN" smtClean="0"/>
              <a:t>02-09-2024</a:t>
            </a:fld>
            <a:endParaRPr lang="en-IN"/>
          </a:p>
        </p:txBody>
      </p:sp>
      <p:sp>
        <p:nvSpPr>
          <p:cNvPr id="5" name="Footer Placeholder 4">
            <a:extLst>
              <a:ext uri="{FF2B5EF4-FFF2-40B4-BE49-F238E27FC236}">
                <a16:creationId xmlns:a16="http://schemas.microsoft.com/office/drawing/2014/main" id="{D70AAA17-CDC8-9E04-B791-A3EEAA0FD02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FB39766-7EDC-4774-C589-E0E54BB6B6A8}"/>
              </a:ext>
            </a:extLst>
          </p:cNvPr>
          <p:cNvSpPr>
            <a:spLocks noGrp="1"/>
          </p:cNvSpPr>
          <p:nvPr>
            <p:ph type="sldNum" sz="quarter" idx="12"/>
          </p:nvPr>
        </p:nvSpPr>
        <p:spPr/>
        <p:txBody>
          <a:bodyPr/>
          <a:lstStyle/>
          <a:p>
            <a:fld id="{D2B31565-742C-4E9A-B907-180430B740CC}" type="slidenum">
              <a:rPr lang="en-IN" smtClean="0"/>
              <a:t>‹#›</a:t>
            </a:fld>
            <a:endParaRPr lang="en-IN"/>
          </a:p>
        </p:txBody>
      </p:sp>
    </p:spTree>
    <p:extLst>
      <p:ext uri="{BB962C8B-B14F-4D97-AF65-F5344CB8AC3E}">
        <p14:creationId xmlns:p14="http://schemas.microsoft.com/office/powerpoint/2010/main" val="25401242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21C5BAC-BD2D-29CA-D07B-8F095EE85E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94D00BB-A372-B977-DF39-E34488AAE6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38E6AA4-7005-1844-F351-40D81171F1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44B46D-00AD-4FDB-B1C8-2FE01B2FA510}" type="datetimeFigureOut">
              <a:rPr lang="en-IN" smtClean="0"/>
              <a:t>02-09-2024</a:t>
            </a:fld>
            <a:endParaRPr lang="en-IN"/>
          </a:p>
        </p:txBody>
      </p:sp>
      <p:sp>
        <p:nvSpPr>
          <p:cNvPr id="5" name="Footer Placeholder 4">
            <a:extLst>
              <a:ext uri="{FF2B5EF4-FFF2-40B4-BE49-F238E27FC236}">
                <a16:creationId xmlns:a16="http://schemas.microsoft.com/office/drawing/2014/main" id="{794BF1B7-5918-14A0-1D6B-60946ECE71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BB217A3-770D-D298-D75F-2930B002CB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B31565-742C-4E9A-B907-180430B740CC}" type="slidenum">
              <a:rPr lang="en-IN" smtClean="0"/>
              <a:t>‹#›</a:t>
            </a:fld>
            <a:endParaRPr lang="en-IN"/>
          </a:p>
        </p:txBody>
      </p:sp>
    </p:spTree>
    <p:extLst>
      <p:ext uri="{BB962C8B-B14F-4D97-AF65-F5344CB8AC3E}">
        <p14:creationId xmlns:p14="http://schemas.microsoft.com/office/powerpoint/2010/main" val="9480140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98E16B6F-5F45-B959-C153-9563D276E9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23431500" cy="14644688"/>
          </a:xfrm>
          <a:prstGeom prst="rect">
            <a:avLst/>
          </a:prstGeom>
        </p:spPr>
      </p:pic>
      <p:sp>
        <p:nvSpPr>
          <p:cNvPr id="10" name="Rectangle 9">
            <a:extLst>
              <a:ext uri="{FF2B5EF4-FFF2-40B4-BE49-F238E27FC236}">
                <a16:creationId xmlns:a16="http://schemas.microsoft.com/office/drawing/2014/main" id="{1D7A2907-ED4D-D4E5-AEC5-AA390D21ED35}"/>
              </a:ext>
            </a:extLst>
          </p:cNvPr>
          <p:cNvSpPr/>
          <p:nvPr/>
        </p:nvSpPr>
        <p:spPr>
          <a:xfrm>
            <a:off x="-189614" y="-1011543"/>
            <a:ext cx="12729029" cy="8222470"/>
          </a:xfrm>
          <a:prstGeom prst="rect">
            <a:avLst/>
          </a:prstGeom>
          <a:solidFill>
            <a:srgbClr val="000000">
              <a:alpha val="69804"/>
            </a:srgb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E96A8716-5F81-F607-0F2C-D174F886E623}"/>
              </a:ext>
            </a:extLst>
          </p:cNvPr>
          <p:cNvSpPr txBox="1"/>
          <p:nvPr/>
        </p:nvSpPr>
        <p:spPr>
          <a:xfrm>
            <a:off x="497518" y="3438162"/>
            <a:ext cx="4976865" cy="461665"/>
          </a:xfrm>
          <a:prstGeom prst="rect">
            <a:avLst/>
          </a:prstGeom>
          <a:noFill/>
        </p:spPr>
        <p:txBody>
          <a:bodyPr wrap="square">
            <a:spAutoFit/>
          </a:bodyPr>
          <a:lstStyle/>
          <a:p>
            <a:r>
              <a:rPr lang="en-IN" sz="2400" b="1" dirty="0" err="1">
                <a:solidFill>
                  <a:schemeClr val="bg1"/>
                </a:solidFill>
              </a:rPr>
              <a:t>Sandeepa</a:t>
            </a:r>
            <a:r>
              <a:rPr lang="en-IN" sz="2400" b="1" dirty="0">
                <a:solidFill>
                  <a:schemeClr val="bg1"/>
                </a:solidFill>
              </a:rPr>
              <a:t> Mukherjee Datta</a:t>
            </a:r>
          </a:p>
        </p:txBody>
      </p:sp>
      <p:pic>
        <p:nvPicPr>
          <p:cNvPr id="15" name="Picture 14">
            <a:extLst>
              <a:ext uri="{FF2B5EF4-FFF2-40B4-BE49-F238E27FC236}">
                <a16:creationId xmlns:a16="http://schemas.microsoft.com/office/drawing/2014/main" id="{F224657B-EEEE-571C-5764-9846B0AF4B48}"/>
              </a:ext>
            </a:extLst>
          </p:cNvPr>
          <p:cNvPicPr>
            <a:picLocks noChangeAspect="1"/>
          </p:cNvPicPr>
          <p:nvPr/>
        </p:nvPicPr>
        <p:blipFill>
          <a:blip r:embed="rId3">
            <a:extLst>
              <a:ext uri="{28A0092B-C50C-407E-A947-70E740481C1C}">
                <a14:useLocalDpi xmlns:a14="http://schemas.microsoft.com/office/drawing/2010/main" val="0"/>
              </a:ext>
            </a:extLst>
          </a:blip>
          <a:srcRect l="27375" t="-1482" r="23942" b="16983"/>
          <a:stretch/>
        </p:blipFill>
        <p:spPr>
          <a:xfrm>
            <a:off x="1439896" y="855291"/>
            <a:ext cx="2613358" cy="2381250"/>
          </a:xfrm>
          <a:prstGeom prst="rect">
            <a:avLst/>
          </a:prstGeom>
        </p:spPr>
      </p:pic>
      <p:pic>
        <p:nvPicPr>
          <p:cNvPr id="19" name="Picture 18">
            <a:extLst>
              <a:ext uri="{FF2B5EF4-FFF2-40B4-BE49-F238E27FC236}">
                <a16:creationId xmlns:a16="http://schemas.microsoft.com/office/drawing/2014/main" id="{347A079E-7A79-6CF3-494C-56B72A76D9D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95544" y="766828"/>
            <a:ext cx="3492769" cy="5324343"/>
          </a:xfrm>
          <a:prstGeom prst="rect">
            <a:avLst/>
          </a:prstGeom>
        </p:spPr>
      </p:pic>
      <p:sp>
        <p:nvSpPr>
          <p:cNvPr id="20" name="Rectangle 19">
            <a:extLst>
              <a:ext uri="{FF2B5EF4-FFF2-40B4-BE49-F238E27FC236}">
                <a16:creationId xmlns:a16="http://schemas.microsoft.com/office/drawing/2014/main" id="{421C7F5F-E144-F6C9-75AB-EF469BF9E776}"/>
              </a:ext>
            </a:extLst>
          </p:cNvPr>
          <p:cNvSpPr/>
          <p:nvPr/>
        </p:nvSpPr>
        <p:spPr>
          <a:xfrm>
            <a:off x="1435133" y="842372"/>
            <a:ext cx="2672341" cy="4626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a:p>
        </p:txBody>
      </p:sp>
      <p:sp>
        <p:nvSpPr>
          <p:cNvPr id="21" name="Rectangle 20">
            <a:extLst>
              <a:ext uri="{FF2B5EF4-FFF2-40B4-BE49-F238E27FC236}">
                <a16:creationId xmlns:a16="http://schemas.microsoft.com/office/drawing/2014/main" id="{D57FF7BF-FEE6-3FCE-E2B8-62B18B101211}"/>
              </a:ext>
            </a:extLst>
          </p:cNvPr>
          <p:cNvSpPr/>
          <p:nvPr/>
        </p:nvSpPr>
        <p:spPr>
          <a:xfrm>
            <a:off x="1439896" y="3190282"/>
            <a:ext cx="2667578" cy="4625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a:p>
        </p:txBody>
      </p:sp>
      <p:sp>
        <p:nvSpPr>
          <p:cNvPr id="22" name="Rectangle 21">
            <a:extLst>
              <a:ext uri="{FF2B5EF4-FFF2-40B4-BE49-F238E27FC236}">
                <a16:creationId xmlns:a16="http://schemas.microsoft.com/office/drawing/2014/main" id="{3918C1D7-D42F-BC1F-5930-95CF2E80D9DC}"/>
              </a:ext>
            </a:extLst>
          </p:cNvPr>
          <p:cNvSpPr/>
          <p:nvPr/>
        </p:nvSpPr>
        <p:spPr>
          <a:xfrm rot="5400000">
            <a:off x="219951" y="2016598"/>
            <a:ext cx="2394168" cy="4572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a:p>
        </p:txBody>
      </p:sp>
      <p:sp>
        <p:nvSpPr>
          <p:cNvPr id="23" name="Rectangle 22">
            <a:extLst>
              <a:ext uri="{FF2B5EF4-FFF2-40B4-BE49-F238E27FC236}">
                <a16:creationId xmlns:a16="http://schemas.microsoft.com/office/drawing/2014/main" id="{6A087C1A-D953-BF59-8DE6-62C67E6DDAE2}"/>
              </a:ext>
            </a:extLst>
          </p:cNvPr>
          <p:cNvSpPr/>
          <p:nvPr/>
        </p:nvSpPr>
        <p:spPr>
          <a:xfrm rot="5400000">
            <a:off x="2887529" y="2016598"/>
            <a:ext cx="2394169" cy="4572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a:p>
        </p:txBody>
      </p:sp>
      <p:sp>
        <p:nvSpPr>
          <p:cNvPr id="24" name="Rectangle 23">
            <a:extLst>
              <a:ext uri="{FF2B5EF4-FFF2-40B4-BE49-F238E27FC236}">
                <a16:creationId xmlns:a16="http://schemas.microsoft.com/office/drawing/2014/main" id="{3FE531B3-E420-5B54-2007-22FFA325F24C}"/>
              </a:ext>
            </a:extLst>
          </p:cNvPr>
          <p:cNvSpPr/>
          <p:nvPr/>
        </p:nvSpPr>
        <p:spPr>
          <a:xfrm>
            <a:off x="12557713" y="0"/>
            <a:ext cx="6664068" cy="7132923"/>
          </a:xfrm>
          <a:prstGeom prst="rect">
            <a:avLst/>
          </a:prstGeom>
          <a:solidFill>
            <a:srgbClr val="000000">
              <a:alpha val="40000"/>
            </a:srgb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TextBox 24">
            <a:extLst>
              <a:ext uri="{FF2B5EF4-FFF2-40B4-BE49-F238E27FC236}">
                <a16:creationId xmlns:a16="http://schemas.microsoft.com/office/drawing/2014/main" id="{7BDB6E3E-4356-5E4C-10AF-7FF5B0229316}"/>
              </a:ext>
            </a:extLst>
          </p:cNvPr>
          <p:cNvSpPr txBox="1"/>
          <p:nvPr/>
        </p:nvSpPr>
        <p:spPr>
          <a:xfrm>
            <a:off x="497518" y="4062045"/>
            <a:ext cx="4931561" cy="1384995"/>
          </a:xfrm>
          <a:prstGeom prst="rect">
            <a:avLst/>
          </a:prstGeom>
          <a:noFill/>
        </p:spPr>
        <p:txBody>
          <a:bodyPr wrap="square">
            <a:spAutoFit/>
          </a:bodyPr>
          <a:lstStyle/>
          <a:p>
            <a:r>
              <a:rPr lang="en-US" sz="1400" dirty="0" err="1">
                <a:solidFill>
                  <a:schemeClr val="bg1"/>
                </a:solidFill>
              </a:rPr>
              <a:t>Sandeepa</a:t>
            </a:r>
            <a:r>
              <a:rPr lang="en-US" sz="1400" dirty="0">
                <a:solidFill>
                  <a:schemeClr val="bg1"/>
                </a:solidFill>
              </a:rPr>
              <a:t> Mukherjee Datta is Bong Mom, the nom de plume behind the very popular blog 'Bong Mom's Cookbook'. She has been entertaining her readers with food and stories for over ten years and is the go-to source for Bengali cooking on the web. An engineer by profession, she lives with her family in New Jersey, USA.</a:t>
            </a:r>
            <a:endParaRPr lang="en-IN" sz="1400" dirty="0">
              <a:solidFill>
                <a:schemeClr val="bg1"/>
              </a:solidFill>
            </a:endParaRPr>
          </a:p>
        </p:txBody>
      </p:sp>
      <p:sp>
        <p:nvSpPr>
          <p:cNvPr id="26" name="TextBox 25">
            <a:extLst>
              <a:ext uri="{FF2B5EF4-FFF2-40B4-BE49-F238E27FC236}">
                <a16:creationId xmlns:a16="http://schemas.microsoft.com/office/drawing/2014/main" id="{2E0EC8FB-88FD-9A67-0E2B-9ED14EF4788D}"/>
              </a:ext>
            </a:extLst>
          </p:cNvPr>
          <p:cNvSpPr txBox="1"/>
          <p:nvPr/>
        </p:nvSpPr>
        <p:spPr>
          <a:xfrm>
            <a:off x="14290219" y="2515997"/>
            <a:ext cx="4369830" cy="523220"/>
          </a:xfrm>
          <a:prstGeom prst="rect">
            <a:avLst/>
          </a:prstGeom>
          <a:noFill/>
        </p:spPr>
        <p:txBody>
          <a:bodyPr wrap="square">
            <a:spAutoFit/>
          </a:bodyPr>
          <a:lstStyle/>
          <a:p>
            <a:r>
              <a:rPr lang="en-US" sz="2800" dirty="0" err="1">
                <a:solidFill>
                  <a:schemeClr val="bg1"/>
                </a:solidFill>
              </a:rPr>
              <a:t>Sandeepa</a:t>
            </a:r>
            <a:r>
              <a:rPr lang="en-US" sz="2800" dirty="0">
                <a:solidFill>
                  <a:schemeClr val="bg1"/>
                </a:solidFill>
              </a:rPr>
              <a:t> </a:t>
            </a:r>
            <a:r>
              <a:rPr lang="en-US" sz="2400" dirty="0">
                <a:solidFill>
                  <a:schemeClr val="bg1"/>
                </a:solidFill>
              </a:rPr>
              <a:t>Mukherjee</a:t>
            </a:r>
            <a:r>
              <a:rPr lang="en-US" sz="2800" dirty="0">
                <a:solidFill>
                  <a:schemeClr val="bg1"/>
                </a:solidFill>
              </a:rPr>
              <a:t> Datta </a:t>
            </a:r>
            <a:endParaRPr lang="en-IN" sz="2800" dirty="0"/>
          </a:p>
        </p:txBody>
      </p:sp>
      <p:sp>
        <p:nvSpPr>
          <p:cNvPr id="3" name="TextBox 2">
            <a:extLst>
              <a:ext uri="{FF2B5EF4-FFF2-40B4-BE49-F238E27FC236}">
                <a16:creationId xmlns:a16="http://schemas.microsoft.com/office/drawing/2014/main" id="{10A0F418-454A-674A-4264-1A6BAD4D65F9}"/>
              </a:ext>
            </a:extLst>
          </p:cNvPr>
          <p:cNvSpPr txBox="1"/>
          <p:nvPr/>
        </p:nvSpPr>
        <p:spPr>
          <a:xfrm>
            <a:off x="-4342183" y="5514012"/>
            <a:ext cx="11868150" cy="369332"/>
          </a:xfrm>
          <a:prstGeom prst="rect">
            <a:avLst/>
          </a:prstGeom>
          <a:noFill/>
        </p:spPr>
        <p:txBody>
          <a:bodyPr wrap="square">
            <a:spAutoFit/>
          </a:bodyPr>
          <a:lstStyle/>
          <a:p>
            <a:pPr algn="ctr"/>
            <a:r>
              <a:rPr lang="en-IN" sz="1800" b="1" dirty="0">
                <a:solidFill>
                  <a:schemeClr val="bg1"/>
                </a:solidFill>
              </a:rPr>
              <a:t>Publication year: 2020</a:t>
            </a:r>
          </a:p>
        </p:txBody>
      </p:sp>
    </p:spTree>
    <p:extLst>
      <p:ext uri="{BB962C8B-B14F-4D97-AF65-F5344CB8AC3E}">
        <p14:creationId xmlns:p14="http://schemas.microsoft.com/office/powerpoint/2010/main" val="2871693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1+#ppt_w/2"/>
                                          </p:val>
                                        </p:tav>
                                        <p:tav tm="100000">
                                          <p:val>
                                            <p:strVal val="#ppt_x"/>
                                          </p:val>
                                        </p:tav>
                                      </p:tavLst>
                                    </p:anim>
                                    <p:anim calcmode="lin" valueType="num">
                                      <p:cBhvr additive="base">
                                        <p:cTn id="8" dur="500" fill="hold"/>
                                        <p:tgtEl>
                                          <p:spTgt spid="24"/>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anim calcmode="lin" valueType="num">
                                      <p:cBhvr additive="base">
                                        <p:cTn id="11" dur="500" fill="hold"/>
                                        <p:tgtEl>
                                          <p:spTgt spid="25"/>
                                        </p:tgtEl>
                                        <p:attrNameLst>
                                          <p:attrName>ppt_x</p:attrName>
                                        </p:attrNameLst>
                                      </p:cBhvr>
                                      <p:tavLst>
                                        <p:tav tm="0">
                                          <p:val>
                                            <p:strVal val="1+#ppt_w/2"/>
                                          </p:val>
                                        </p:tav>
                                        <p:tav tm="100000">
                                          <p:val>
                                            <p:strVal val="#ppt_x"/>
                                          </p:val>
                                        </p:tav>
                                      </p:tavLst>
                                    </p:anim>
                                    <p:anim calcmode="lin" valueType="num">
                                      <p:cBhvr additive="base">
                                        <p:cTn id="12" dur="500" fill="hold"/>
                                        <p:tgtEl>
                                          <p:spTgt spid="25"/>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fill="hold"/>
                                        <p:tgtEl>
                                          <p:spTgt spid="26"/>
                                        </p:tgtEl>
                                        <p:attrNameLst>
                                          <p:attrName>ppt_x</p:attrName>
                                        </p:attrNameLst>
                                      </p:cBhvr>
                                      <p:tavLst>
                                        <p:tav tm="0">
                                          <p:val>
                                            <p:strVal val="1+#ppt_w/2"/>
                                          </p:val>
                                        </p:tav>
                                        <p:tav tm="100000">
                                          <p:val>
                                            <p:strVal val="#ppt_x"/>
                                          </p:val>
                                        </p:tav>
                                      </p:tavLst>
                                    </p:anim>
                                    <p:anim calcmode="lin" valueType="num">
                                      <p:cBhvr additive="base">
                                        <p:cTn id="16" dur="500" fill="hold"/>
                                        <p:tgtEl>
                                          <p:spTgt spid="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p:bldP spid="26"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TotalTime>
  <Words>72</Words>
  <Application>Microsoft Office PowerPoint</Application>
  <PresentationFormat>Widescreen</PresentationFormat>
  <Paragraphs>4</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basil mathew</dc:creator>
  <cp:lastModifiedBy>basil mathew</cp:lastModifiedBy>
  <cp:revision>29</cp:revision>
  <dcterms:created xsi:type="dcterms:W3CDTF">2024-09-02T15:54:50Z</dcterms:created>
  <dcterms:modified xsi:type="dcterms:W3CDTF">2024-09-02T17:29:34Z</dcterms:modified>
</cp:coreProperties>
</file>