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59" r:id="rId4"/>
    <p:sldId id="262" r:id="rId5"/>
    <p:sldId id="263" r:id="rId6"/>
    <p:sldId id="266" r:id="rId7"/>
    <p:sldId id="267" r:id="rId8"/>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2A38"/>
    <a:srgbClr val="001642"/>
    <a:srgbClr val="1E2328"/>
    <a:srgbClr val="331313"/>
    <a:srgbClr val="002B5B"/>
    <a:srgbClr val="5D6D7E"/>
    <a:srgbClr val="34495E"/>
    <a:srgbClr val="16A085"/>
    <a:srgbClr val="002570"/>
    <a:srgbClr val="0000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7719D-440E-C312-7516-D1B836BDF5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234E94F-56BB-5566-4F4E-66EE91BA8B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FD6703F-134F-F55C-DA6C-AAFABF8007B0}"/>
              </a:ext>
            </a:extLst>
          </p:cNvPr>
          <p:cNvSpPr>
            <a:spLocks noGrp="1"/>
          </p:cNvSpPr>
          <p:nvPr>
            <p:ph type="dt" sz="half" idx="10"/>
          </p:nvPr>
        </p:nvSpPr>
        <p:spPr/>
        <p:txBody>
          <a:bodyPr/>
          <a:lstStyle/>
          <a:p>
            <a:fld id="{56C3C735-E524-476B-932B-B4F1F18FDA89}" type="datetimeFigureOut">
              <a:rPr lang="en-IN" smtClean="0"/>
              <a:t>06-12-2024</a:t>
            </a:fld>
            <a:endParaRPr lang="en-IN"/>
          </a:p>
        </p:txBody>
      </p:sp>
      <p:sp>
        <p:nvSpPr>
          <p:cNvPr id="5" name="Footer Placeholder 4">
            <a:extLst>
              <a:ext uri="{FF2B5EF4-FFF2-40B4-BE49-F238E27FC236}">
                <a16:creationId xmlns:a16="http://schemas.microsoft.com/office/drawing/2014/main" id="{BB2D85EB-5AC1-369E-8BBB-E133880DAF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1E7012-67BB-D92E-F606-01B0EF3894D3}"/>
              </a:ext>
            </a:extLst>
          </p:cNvPr>
          <p:cNvSpPr>
            <a:spLocks noGrp="1"/>
          </p:cNvSpPr>
          <p:nvPr>
            <p:ph type="sldNum" sz="quarter" idx="12"/>
          </p:nvPr>
        </p:nvSpPr>
        <p:spPr/>
        <p:txBody>
          <a:bodyPr/>
          <a:lstStyle/>
          <a:p>
            <a:fld id="{296C2326-6006-40A6-BC72-221420C1DC07}" type="slidenum">
              <a:rPr lang="en-IN" smtClean="0"/>
              <a:t>‹#›</a:t>
            </a:fld>
            <a:endParaRPr lang="en-IN"/>
          </a:p>
        </p:txBody>
      </p:sp>
    </p:spTree>
    <p:extLst>
      <p:ext uri="{BB962C8B-B14F-4D97-AF65-F5344CB8AC3E}">
        <p14:creationId xmlns:p14="http://schemas.microsoft.com/office/powerpoint/2010/main" val="41998660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pageCurlDoubl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AF3FE-0638-6B6E-3CE9-D57CEA4EB8E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6D52B4F-FE9D-1047-66F3-DBA465C9AD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3B9508-0862-7FAD-B806-E9E39A51B8C2}"/>
              </a:ext>
            </a:extLst>
          </p:cNvPr>
          <p:cNvSpPr>
            <a:spLocks noGrp="1"/>
          </p:cNvSpPr>
          <p:nvPr>
            <p:ph type="dt" sz="half" idx="10"/>
          </p:nvPr>
        </p:nvSpPr>
        <p:spPr/>
        <p:txBody>
          <a:bodyPr/>
          <a:lstStyle/>
          <a:p>
            <a:fld id="{56C3C735-E524-476B-932B-B4F1F18FDA89}" type="datetimeFigureOut">
              <a:rPr lang="en-IN" smtClean="0"/>
              <a:t>06-12-2024</a:t>
            </a:fld>
            <a:endParaRPr lang="en-IN"/>
          </a:p>
        </p:txBody>
      </p:sp>
      <p:sp>
        <p:nvSpPr>
          <p:cNvPr id="5" name="Footer Placeholder 4">
            <a:extLst>
              <a:ext uri="{FF2B5EF4-FFF2-40B4-BE49-F238E27FC236}">
                <a16:creationId xmlns:a16="http://schemas.microsoft.com/office/drawing/2014/main" id="{8E6573ED-30A2-B42C-4CDB-27D4837880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1776A7-CAF0-2C36-02AC-D9842A06C679}"/>
              </a:ext>
            </a:extLst>
          </p:cNvPr>
          <p:cNvSpPr>
            <a:spLocks noGrp="1"/>
          </p:cNvSpPr>
          <p:nvPr>
            <p:ph type="sldNum" sz="quarter" idx="12"/>
          </p:nvPr>
        </p:nvSpPr>
        <p:spPr/>
        <p:txBody>
          <a:bodyPr/>
          <a:lstStyle/>
          <a:p>
            <a:fld id="{296C2326-6006-40A6-BC72-221420C1DC07}" type="slidenum">
              <a:rPr lang="en-IN" smtClean="0"/>
              <a:t>‹#›</a:t>
            </a:fld>
            <a:endParaRPr lang="en-IN"/>
          </a:p>
        </p:txBody>
      </p:sp>
    </p:spTree>
    <p:extLst>
      <p:ext uri="{BB962C8B-B14F-4D97-AF65-F5344CB8AC3E}">
        <p14:creationId xmlns:p14="http://schemas.microsoft.com/office/powerpoint/2010/main" val="7709943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pageCurlDoub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453F8-3939-0F25-5513-4FEB3CE8D5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2831544-004C-53C7-361E-2DFD5705DBC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325B8B-36FC-AB5E-EA19-5D97D447E22A}"/>
              </a:ext>
            </a:extLst>
          </p:cNvPr>
          <p:cNvSpPr>
            <a:spLocks noGrp="1"/>
          </p:cNvSpPr>
          <p:nvPr>
            <p:ph type="dt" sz="half" idx="10"/>
          </p:nvPr>
        </p:nvSpPr>
        <p:spPr/>
        <p:txBody>
          <a:bodyPr/>
          <a:lstStyle/>
          <a:p>
            <a:fld id="{56C3C735-E524-476B-932B-B4F1F18FDA89}" type="datetimeFigureOut">
              <a:rPr lang="en-IN" smtClean="0"/>
              <a:t>06-12-2024</a:t>
            </a:fld>
            <a:endParaRPr lang="en-IN"/>
          </a:p>
        </p:txBody>
      </p:sp>
      <p:sp>
        <p:nvSpPr>
          <p:cNvPr id="5" name="Footer Placeholder 4">
            <a:extLst>
              <a:ext uri="{FF2B5EF4-FFF2-40B4-BE49-F238E27FC236}">
                <a16:creationId xmlns:a16="http://schemas.microsoft.com/office/drawing/2014/main" id="{42B0C920-D29D-1C95-E8CF-F4C211B4CE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0C4F7F-2A21-189E-8C9B-3B9DCDB2B266}"/>
              </a:ext>
            </a:extLst>
          </p:cNvPr>
          <p:cNvSpPr>
            <a:spLocks noGrp="1"/>
          </p:cNvSpPr>
          <p:nvPr>
            <p:ph type="sldNum" sz="quarter" idx="12"/>
          </p:nvPr>
        </p:nvSpPr>
        <p:spPr/>
        <p:txBody>
          <a:bodyPr/>
          <a:lstStyle/>
          <a:p>
            <a:fld id="{296C2326-6006-40A6-BC72-221420C1DC07}" type="slidenum">
              <a:rPr lang="en-IN" smtClean="0"/>
              <a:t>‹#›</a:t>
            </a:fld>
            <a:endParaRPr lang="en-IN"/>
          </a:p>
        </p:txBody>
      </p:sp>
    </p:spTree>
    <p:extLst>
      <p:ext uri="{BB962C8B-B14F-4D97-AF65-F5344CB8AC3E}">
        <p14:creationId xmlns:p14="http://schemas.microsoft.com/office/powerpoint/2010/main" val="17252155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7F0EB-C8CE-C2C4-7AEC-494E37030D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BB73D31-3667-A9B0-7E77-59B1499035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B6EC97A-08E8-4365-E621-AA77D03DFA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8998D6C-E31B-5B1C-DAF1-F08914752048}"/>
              </a:ext>
            </a:extLst>
          </p:cNvPr>
          <p:cNvSpPr>
            <a:spLocks noGrp="1"/>
          </p:cNvSpPr>
          <p:nvPr>
            <p:ph type="dt" sz="half" idx="10"/>
          </p:nvPr>
        </p:nvSpPr>
        <p:spPr/>
        <p:txBody>
          <a:bodyPr/>
          <a:lstStyle/>
          <a:p>
            <a:fld id="{56C3C735-E524-476B-932B-B4F1F18FDA89}" type="datetimeFigureOut">
              <a:rPr lang="en-IN" smtClean="0"/>
              <a:t>06-12-2024</a:t>
            </a:fld>
            <a:endParaRPr lang="en-IN"/>
          </a:p>
        </p:txBody>
      </p:sp>
      <p:sp>
        <p:nvSpPr>
          <p:cNvPr id="6" name="Footer Placeholder 5">
            <a:extLst>
              <a:ext uri="{FF2B5EF4-FFF2-40B4-BE49-F238E27FC236}">
                <a16:creationId xmlns:a16="http://schemas.microsoft.com/office/drawing/2014/main" id="{80A41FCA-DE35-918A-5932-6DB207EEFE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5D14E3-D345-FA72-FB93-60AA67EE735B}"/>
              </a:ext>
            </a:extLst>
          </p:cNvPr>
          <p:cNvSpPr>
            <a:spLocks noGrp="1"/>
          </p:cNvSpPr>
          <p:nvPr>
            <p:ph type="sldNum" sz="quarter" idx="12"/>
          </p:nvPr>
        </p:nvSpPr>
        <p:spPr/>
        <p:txBody>
          <a:bodyPr/>
          <a:lstStyle/>
          <a:p>
            <a:fld id="{296C2326-6006-40A6-BC72-221420C1DC07}" type="slidenum">
              <a:rPr lang="en-IN" smtClean="0"/>
              <a:t>‹#›</a:t>
            </a:fld>
            <a:endParaRPr lang="en-IN"/>
          </a:p>
        </p:txBody>
      </p:sp>
    </p:spTree>
    <p:extLst>
      <p:ext uri="{BB962C8B-B14F-4D97-AF65-F5344CB8AC3E}">
        <p14:creationId xmlns:p14="http://schemas.microsoft.com/office/powerpoint/2010/main" val="13026562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pageCurlDoub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7FC43-DA67-B64C-82AF-B7EF9CF74F6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EB004C4-A6E4-D965-D61D-2977BDB141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277ED5-F60E-40F8-43E7-9BB1A8EC7C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55E4A67-8489-1B12-A668-05EFC5593D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03FC03-6C66-5691-6E07-E7C913DAF0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0C29401-3395-1A4F-A7AD-E597E94852AE}"/>
              </a:ext>
            </a:extLst>
          </p:cNvPr>
          <p:cNvSpPr>
            <a:spLocks noGrp="1"/>
          </p:cNvSpPr>
          <p:nvPr>
            <p:ph type="dt" sz="half" idx="10"/>
          </p:nvPr>
        </p:nvSpPr>
        <p:spPr/>
        <p:txBody>
          <a:bodyPr/>
          <a:lstStyle/>
          <a:p>
            <a:fld id="{56C3C735-E524-476B-932B-B4F1F18FDA89}" type="datetimeFigureOut">
              <a:rPr lang="en-IN" smtClean="0"/>
              <a:t>06-12-2024</a:t>
            </a:fld>
            <a:endParaRPr lang="en-IN"/>
          </a:p>
        </p:txBody>
      </p:sp>
      <p:sp>
        <p:nvSpPr>
          <p:cNvPr id="8" name="Footer Placeholder 7">
            <a:extLst>
              <a:ext uri="{FF2B5EF4-FFF2-40B4-BE49-F238E27FC236}">
                <a16:creationId xmlns:a16="http://schemas.microsoft.com/office/drawing/2014/main" id="{3C1CA51C-1223-3434-645F-1ADFBE75B8B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60E14CC-5CCB-F72F-08C7-311C6B23AABD}"/>
              </a:ext>
            </a:extLst>
          </p:cNvPr>
          <p:cNvSpPr>
            <a:spLocks noGrp="1"/>
          </p:cNvSpPr>
          <p:nvPr>
            <p:ph type="sldNum" sz="quarter" idx="12"/>
          </p:nvPr>
        </p:nvSpPr>
        <p:spPr/>
        <p:txBody>
          <a:bodyPr/>
          <a:lstStyle/>
          <a:p>
            <a:fld id="{296C2326-6006-40A6-BC72-221420C1DC07}" type="slidenum">
              <a:rPr lang="en-IN" smtClean="0"/>
              <a:t>‹#›</a:t>
            </a:fld>
            <a:endParaRPr lang="en-IN"/>
          </a:p>
        </p:txBody>
      </p:sp>
    </p:spTree>
    <p:extLst>
      <p:ext uri="{BB962C8B-B14F-4D97-AF65-F5344CB8AC3E}">
        <p14:creationId xmlns:p14="http://schemas.microsoft.com/office/powerpoint/2010/main" val="8348998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pageCurlDoub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64ECE-3754-D5DC-1FFB-70F0FCB733C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87AE11D-CF48-70DF-E3DD-C4C8D0B4DE5A}"/>
              </a:ext>
            </a:extLst>
          </p:cNvPr>
          <p:cNvSpPr>
            <a:spLocks noGrp="1"/>
          </p:cNvSpPr>
          <p:nvPr>
            <p:ph type="dt" sz="half" idx="10"/>
          </p:nvPr>
        </p:nvSpPr>
        <p:spPr/>
        <p:txBody>
          <a:bodyPr/>
          <a:lstStyle/>
          <a:p>
            <a:fld id="{56C3C735-E524-476B-932B-B4F1F18FDA89}" type="datetimeFigureOut">
              <a:rPr lang="en-IN" smtClean="0"/>
              <a:t>06-12-2024</a:t>
            </a:fld>
            <a:endParaRPr lang="en-IN"/>
          </a:p>
        </p:txBody>
      </p:sp>
      <p:sp>
        <p:nvSpPr>
          <p:cNvPr id="4" name="Footer Placeholder 3">
            <a:extLst>
              <a:ext uri="{FF2B5EF4-FFF2-40B4-BE49-F238E27FC236}">
                <a16:creationId xmlns:a16="http://schemas.microsoft.com/office/drawing/2014/main" id="{E30A87CC-4424-E055-6393-870BAD11C36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81D25B8-D06D-2F03-2C3C-8932DACD70D4}"/>
              </a:ext>
            </a:extLst>
          </p:cNvPr>
          <p:cNvSpPr>
            <a:spLocks noGrp="1"/>
          </p:cNvSpPr>
          <p:nvPr>
            <p:ph type="sldNum" sz="quarter" idx="12"/>
          </p:nvPr>
        </p:nvSpPr>
        <p:spPr/>
        <p:txBody>
          <a:bodyPr/>
          <a:lstStyle/>
          <a:p>
            <a:fld id="{296C2326-6006-40A6-BC72-221420C1DC07}" type="slidenum">
              <a:rPr lang="en-IN" smtClean="0"/>
              <a:t>‹#›</a:t>
            </a:fld>
            <a:endParaRPr lang="en-IN"/>
          </a:p>
        </p:txBody>
      </p:sp>
    </p:spTree>
    <p:extLst>
      <p:ext uri="{BB962C8B-B14F-4D97-AF65-F5344CB8AC3E}">
        <p14:creationId xmlns:p14="http://schemas.microsoft.com/office/powerpoint/2010/main" val="29341731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pageCurlDoub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2AF383-8263-F86F-0AA3-303596D9F477}"/>
              </a:ext>
            </a:extLst>
          </p:cNvPr>
          <p:cNvSpPr>
            <a:spLocks noGrp="1"/>
          </p:cNvSpPr>
          <p:nvPr>
            <p:ph type="dt" sz="half" idx="10"/>
          </p:nvPr>
        </p:nvSpPr>
        <p:spPr/>
        <p:txBody>
          <a:bodyPr/>
          <a:lstStyle/>
          <a:p>
            <a:fld id="{56C3C735-E524-476B-932B-B4F1F18FDA89}" type="datetimeFigureOut">
              <a:rPr lang="en-IN" smtClean="0"/>
              <a:t>06-12-2024</a:t>
            </a:fld>
            <a:endParaRPr lang="en-IN"/>
          </a:p>
        </p:txBody>
      </p:sp>
      <p:sp>
        <p:nvSpPr>
          <p:cNvPr id="3" name="Footer Placeholder 2">
            <a:extLst>
              <a:ext uri="{FF2B5EF4-FFF2-40B4-BE49-F238E27FC236}">
                <a16:creationId xmlns:a16="http://schemas.microsoft.com/office/drawing/2014/main" id="{6FCD6D4E-524B-4CD6-7166-E6A18E512E6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4BC1937-7BFB-B71E-2D79-84E0B66DFFD5}"/>
              </a:ext>
            </a:extLst>
          </p:cNvPr>
          <p:cNvSpPr>
            <a:spLocks noGrp="1"/>
          </p:cNvSpPr>
          <p:nvPr>
            <p:ph type="sldNum" sz="quarter" idx="12"/>
          </p:nvPr>
        </p:nvSpPr>
        <p:spPr/>
        <p:txBody>
          <a:bodyPr/>
          <a:lstStyle/>
          <a:p>
            <a:fld id="{296C2326-6006-40A6-BC72-221420C1DC07}" type="slidenum">
              <a:rPr lang="en-IN" smtClean="0"/>
              <a:t>‹#›</a:t>
            </a:fld>
            <a:endParaRPr lang="en-IN"/>
          </a:p>
        </p:txBody>
      </p:sp>
    </p:spTree>
    <p:extLst>
      <p:ext uri="{BB962C8B-B14F-4D97-AF65-F5344CB8AC3E}">
        <p14:creationId xmlns:p14="http://schemas.microsoft.com/office/powerpoint/2010/main" val="5102290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pageCurlDoubl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663D8-646A-CE52-859F-1D5B766C94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8A6A184-7ED1-66D1-943B-316E69EC06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2A9404D-8936-22B2-9EC5-DCC782E3F0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63733D-185D-7B28-22CB-28EB9D081901}"/>
              </a:ext>
            </a:extLst>
          </p:cNvPr>
          <p:cNvSpPr>
            <a:spLocks noGrp="1"/>
          </p:cNvSpPr>
          <p:nvPr>
            <p:ph type="dt" sz="half" idx="10"/>
          </p:nvPr>
        </p:nvSpPr>
        <p:spPr/>
        <p:txBody>
          <a:bodyPr/>
          <a:lstStyle/>
          <a:p>
            <a:fld id="{56C3C735-E524-476B-932B-B4F1F18FDA89}" type="datetimeFigureOut">
              <a:rPr lang="en-IN" smtClean="0"/>
              <a:t>06-12-2024</a:t>
            </a:fld>
            <a:endParaRPr lang="en-IN"/>
          </a:p>
        </p:txBody>
      </p:sp>
      <p:sp>
        <p:nvSpPr>
          <p:cNvPr id="6" name="Footer Placeholder 5">
            <a:extLst>
              <a:ext uri="{FF2B5EF4-FFF2-40B4-BE49-F238E27FC236}">
                <a16:creationId xmlns:a16="http://schemas.microsoft.com/office/drawing/2014/main" id="{874451CB-71BC-8E3D-3021-2008C5366C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FB0387-3686-E18B-7417-7CC3DD660893}"/>
              </a:ext>
            </a:extLst>
          </p:cNvPr>
          <p:cNvSpPr>
            <a:spLocks noGrp="1"/>
          </p:cNvSpPr>
          <p:nvPr>
            <p:ph type="sldNum" sz="quarter" idx="12"/>
          </p:nvPr>
        </p:nvSpPr>
        <p:spPr/>
        <p:txBody>
          <a:bodyPr/>
          <a:lstStyle/>
          <a:p>
            <a:fld id="{296C2326-6006-40A6-BC72-221420C1DC07}" type="slidenum">
              <a:rPr lang="en-IN" smtClean="0"/>
              <a:t>‹#›</a:t>
            </a:fld>
            <a:endParaRPr lang="en-IN"/>
          </a:p>
        </p:txBody>
      </p:sp>
    </p:spTree>
    <p:extLst>
      <p:ext uri="{BB962C8B-B14F-4D97-AF65-F5344CB8AC3E}">
        <p14:creationId xmlns:p14="http://schemas.microsoft.com/office/powerpoint/2010/main" val="27797776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pageCurlDoubl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44833-72ED-B140-515F-2905710B41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BA85112-0D6C-80C9-945A-54DBBB618F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D3D6A25-626A-22C7-774D-C61F40494E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400E69-D635-CFAE-EA2E-0C7243C524D0}"/>
              </a:ext>
            </a:extLst>
          </p:cNvPr>
          <p:cNvSpPr>
            <a:spLocks noGrp="1"/>
          </p:cNvSpPr>
          <p:nvPr>
            <p:ph type="dt" sz="half" idx="10"/>
          </p:nvPr>
        </p:nvSpPr>
        <p:spPr/>
        <p:txBody>
          <a:bodyPr/>
          <a:lstStyle/>
          <a:p>
            <a:fld id="{56C3C735-E524-476B-932B-B4F1F18FDA89}" type="datetimeFigureOut">
              <a:rPr lang="en-IN" smtClean="0"/>
              <a:t>06-12-2024</a:t>
            </a:fld>
            <a:endParaRPr lang="en-IN"/>
          </a:p>
        </p:txBody>
      </p:sp>
      <p:sp>
        <p:nvSpPr>
          <p:cNvPr id="6" name="Footer Placeholder 5">
            <a:extLst>
              <a:ext uri="{FF2B5EF4-FFF2-40B4-BE49-F238E27FC236}">
                <a16:creationId xmlns:a16="http://schemas.microsoft.com/office/drawing/2014/main" id="{38E05B8E-A310-CDCB-34A3-0ABFDB111A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7C8713-92A0-498A-6624-018638BBB987}"/>
              </a:ext>
            </a:extLst>
          </p:cNvPr>
          <p:cNvSpPr>
            <a:spLocks noGrp="1"/>
          </p:cNvSpPr>
          <p:nvPr>
            <p:ph type="sldNum" sz="quarter" idx="12"/>
          </p:nvPr>
        </p:nvSpPr>
        <p:spPr/>
        <p:txBody>
          <a:bodyPr/>
          <a:lstStyle/>
          <a:p>
            <a:fld id="{296C2326-6006-40A6-BC72-221420C1DC07}" type="slidenum">
              <a:rPr lang="en-IN" smtClean="0"/>
              <a:t>‹#›</a:t>
            </a:fld>
            <a:endParaRPr lang="en-IN"/>
          </a:p>
        </p:txBody>
      </p:sp>
    </p:spTree>
    <p:extLst>
      <p:ext uri="{BB962C8B-B14F-4D97-AF65-F5344CB8AC3E}">
        <p14:creationId xmlns:p14="http://schemas.microsoft.com/office/powerpoint/2010/main" val="28990742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pageCurlDoubl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8B779-2CCA-853A-C8C0-6031003BC8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ACD4C7-4373-2243-099F-AB93D8BA55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C39AE3-2843-1BB8-7D02-AEC79FC36BFD}"/>
              </a:ext>
            </a:extLst>
          </p:cNvPr>
          <p:cNvSpPr>
            <a:spLocks noGrp="1"/>
          </p:cNvSpPr>
          <p:nvPr>
            <p:ph type="dt" sz="half" idx="10"/>
          </p:nvPr>
        </p:nvSpPr>
        <p:spPr/>
        <p:txBody>
          <a:bodyPr/>
          <a:lstStyle/>
          <a:p>
            <a:fld id="{56C3C735-E524-476B-932B-B4F1F18FDA89}" type="datetimeFigureOut">
              <a:rPr lang="en-IN" smtClean="0"/>
              <a:t>06-12-2024</a:t>
            </a:fld>
            <a:endParaRPr lang="en-IN"/>
          </a:p>
        </p:txBody>
      </p:sp>
      <p:sp>
        <p:nvSpPr>
          <p:cNvPr id="5" name="Footer Placeholder 4">
            <a:extLst>
              <a:ext uri="{FF2B5EF4-FFF2-40B4-BE49-F238E27FC236}">
                <a16:creationId xmlns:a16="http://schemas.microsoft.com/office/drawing/2014/main" id="{3620502D-942C-1458-A850-A32093081B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0C4B6D-19B9-E8A2-2610-418AD34648D1}"/>
              </a:ext>
            </a:extLst>
          </p:cNvPr>
          <p:cNvSpPr>
            <a:spLocks noGrp="1"/>
          </p:cNvSpPr>
          <p:nvPr>
            <p:ph type="sldNum" sz="quarter" idx="12"/>
          </p:nvPr>
        </p:nvSpPr>
        <p:spPr/>
        <p:txBody>
          <a:bodyPr/>
          <a:lstStyle/>
          <a:p>
            <a:fld id="{296C2326-6006-40A6-BC72-221420C1DC07}" type="slidenum">
              <a:rPr lang="en-IN" smtClean="0"/>
              <a:t>‹#›</a:t>
            </a:fld>
            <a:endParaRPr lang="en-IN"/>
          </a:p>
        </p:txBody>
      </p:sp>
    </p:spTree>
    <p:extLst>
      <p:ext uri="{BB962C8B-B14F-4D97-AF65-F5344CB8AC3E}">
        <p14:creationId xmlns:p14="http://schemas.microsoft.com/office/powerpoint/2010/main" val="29697814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pageCurlDoubl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C6BCA8-3828-5E2C-09E7-446D3C2BEAF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B04D58-9FA1-D7A8-5073-CB5F964290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E5BD73-9633-7317-BCBB-F06EF11AD3E5}"/>
              </a:ext>
            </a:extLst>
          </p:cNvPr>
          <p:cNvSpPr>
            <a:spLocks noGrp="1"/>
          </p:cNvSpPr>
          <p:nvPr>
            <p:ph type="dt" sz="half" idx="10"/>
          </p:nvPr>
        </p:nvSpPr>
        <p:spPr/>
        <p:txBody>
          <a:bodyPr/>
          <a:lstStyle/>
          <a:p>
            <a:fld id="{56C3C735-E524-476B-932B-B4F1F18FDA89}" type="datetimeFigureOut">
              <a:rPr lang="en-IN" smtClean="0"/>
              <a:t>06-12-2024</a:t>
            </a:fld>
            <a:endParaRPr lang="en-IN"/>
          </a:p>
        </p:txBody>
      </p:sp>
      <p:sp>
        <p:nvSpPr>
          <p:cNvPr id="5" name="Footer Placeholder 4">
            <a:extLst>
              <a:ext uri="{FF2B5EF4-FFF2-40B4-BE49-F238E27FC236}">
                <a16:creationId xmlns:a16="http://schemas.microsoft.com/office/drawing/2014/main" id="{FC3D82E5-39AA-3891-644F-898A276323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180845-1725-ECF1-9DE0-5E870B5CA1BC}"/>
              </a:ext>
            </a:extLst>
          </p:cNvPr>
          <p:cNvSpPr>
            <a:spLocks noGrp="1"/>
          </p:cNvSpPr>
          <p:nvPr>
            <p:ph type="sldNum" sz="quarter" idx="12"/>
          </p:nvPr>
        </p:nvSpPr>
        <p:spPr/>
        <p:txBody>
          <a:bodyPr/>
          <a:lstStyle/>
          <a:p>
            <a:fld id="{296C2326-6006-40A6-BC72-221420C1DC07}" type="slidenum">
              <a:rPr lang="en-IN" smtClean="0"/>
              <a:t>‹#›</a:t>
            </a:fld>
            <a:endParaRPr lang="en-IN"/>
          </a:p>
        </p:txBody>
      </p:sp>
    </p:spTree>
    <p:extLst>
      <p:ext uri="{BB962C8B-B14F-4D97-AF65-F5344CB8AC3E}">
        <p14:creationId xmlns:p14="http://schemas.microsoft.com/office/powerpoint/2010/main" val="13561649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14F384-77D7-D7FF-5187-B1C161F467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DD7F924-9394-2FF4-012A-2FBAB71A46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7381CA-E0BA-D193-F5F4-A6297120C6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C3C735-E524-476B-932B-B4F1F18FDA89}" type="datetimeFigureOut">
              <a:rPr lang="en-IN" smtClean="0"/>
              <a:t>06-12-2024</a:t>
            </a:fld>
            <a:endParaRPr lang="en-IN"/>
          </a:p>
        </p:txBody>
      </p:sp>
      <p:sp>
        <p:nvSpPr>
          <p:cNvPr id="5" name="Footer Placeholder 4">
            <a:extLst>
              <a:ext uri="{FF2B5EF4-FFF2-40B4-BE49-F238E27FC236}">
                <a16:creationId xmlns:a16="http://schemas.microsoft.com/office/drawing/2014/main" id="{0F2BE440-0A9B-1D09-AE02-731FD53ED4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54D3F83-B46F-C7F8-F600-DA345B6A69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6C2326-6006-40A6-BC72-221420C1DC07}" type="slidenum">
              <a:rPr lang="en-IN" smtClean="0"/>
              <a:t>‹#›</a:t>
            </a:fld>
            <a:endParaRPr lang="en-IN"/>
          </a:p>
        </p:txBody>
      </p:sp>
    </p:spTree>
    <p:extLst>
      <p:ext uri="{BB962C8B-B14F-4D97-AF65-F5344CB8AC3E}">
        <p14:creationId xmlns:p14="http://schemas.microsoft.com/office/powerpoint/2010/main" val="12738440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http://schemas.microsoft.com/office/powerpoint/2012/main">
    <mc:Choice Requires="p15">
      <p:transition xmlns:p14="http://schemas.microsoft.com/office/powerpoint/2010/main" spd="slow" p14:dur="3000">
        <p15:prstTrans prst="pageCurlDouble"/>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7"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07/relationships/hdphoto" Target="../media/hdphoto4.wdp"/><Relationship Id="rId7" Type="http://schemas.microsoft.com/office/2007/relationships/hdphoto" Target="../media/hdphoto6.wdp"/><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0.png"/><Relationship Id="rId5" Type="http://schemas.microsoft.com/office/2007/relationships/hdphoto" Target="../media/hdphoto5.wdp"/><Relationship Id="rId4" Type="http://schemas.openxmlformats.org/officeDocument/2006/relationships/image" Target="../media/image9.png"/><Relationship Id="rId9" Type="http://schemas.microsoft.com/office/2007/relationships/hdphoto" Target="../media/hdphoto7.wdp"/></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microsoft.com/office/2007/relationships/hdphoto" Target="../media/hdphoto8.wdp"/><Relationship Id="rId7" Type="http://schemas.microsoft.com/office/2007/relationships/hdphoto" Target="../media/hdphoto3.wdp"/><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4.png"/><Relationship Id="rId5" Type="http://schemas.microsoft.com/office/2007/relationships/hdphoto" Target="../media/hdphoto9.wdp"/><Relationship Id="rId4" Type="http://schemas.openxmlformats.org/officeDocument/2006/relationships/image" Target="../media/image13.png"/><Relationship Id="rId9" Type="http://schemas.microsoft.com/office/2007/relationships/hdphoto" Target="../media/hdphoto10.wdp"/></Relationships>
</file>

<file path=ppt/slides/_rels/slide5.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6.png"/><Relationship Id="rId1" Type="http://schemas.openxmlformats.org/officeDocument/2006/relationships/slideLayout" Target="../slideLayouts/slideLayout1.xml"/><Relationship Id="rId5" Type="http://schemas.microsoft.com/office/2007/relationships/hdphoto" Target="../media/hdphoto3.wdp"/><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jpg"/><Relationship Id="rId7" Type="http://schemas.microsoft.com/office/2007/relationships/hdphoto" Target="../media/hdphoto3.wdp"/><Relationship Id="rId2" Type="http://schemas.openxmlformats.org/officeDocument/2006/relationships/image" Target="../media/image18.jp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jpg"/><Relationship Id="rId4" Type="http://schemas.openxmlformats.org/officeDocument/2006/relationships/image" Target="../media/image20.jp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microsoft.com/office/2007/relationships/hdphoto" Target="../media/hdphoto12.wdp"/><Relationship Id="rId7" Type="http://schemas.microsoft.com/office/2007/relationships/hdphoto" Target="../media/hdphoto13.wdp"/><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25.png"/><Relationship Id="rId5" Type="http://schemas.microsoft.com/office/2007/relationships/hdphoto" Target="../media/hdphoto10.wdp"/><Relationship Id="rId4" Type="http://schemas.openxmlformats.org/officeDocument/2006/relationships/image" Target="../media/image24.png"/><Relationship Id="rId9" Type="http://schemas.microsoft.com/office/2007/relationships/hdphoto" Target="../media/hdphoto14.wdp"/></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8C49D-AC9B-799B-1A90-9942FAC8DF8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1040166-84C5-3877-A814-0A2861D4CC03}"/>
              </a:ext>
            </a:extLst>
          </p:cNvPr>
          <p:cNvSpPr/>
          <p:nvPr/>
        </p:nvSpPr>
        <p:spPr>
          <a:xfrm>
            <a:off x="0" y="0"/>
            <a:ext cx="12506036" cy="6858000"/>
          </a:xfrm>
          <a:prstGeom prst="rect">
            <a:avLst/>
          </a:prstGeom>
          <a:gradFill>
            <a:gsLst>
              <a:gs pos="19000">
                <a:schemeClr val="tx1">
                  <a:lumMod val="85000"/>
                  <a:lumOff val="15000"/>
                </a:schemeClr>
              </a:gs>
              <a:gs pos="100000">
                <a:srgbClr val="1E2A38"/>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 name="Picture 12">
            <a:extLst>
              <a:ext uri="{FF2B5EF4-FFF2-40B4-BE49-F238E27FC236}">
                <a16:creationId xmlns:a16="http://schemas.microsoft.com/office/drawing/2014/main" id="{C158267D-DC4E-4557-AC8D-2926B2BFE006}"/>
              </a:ext>
            </a:extLst>
          </p:cNvPr>
          <p:cNvPicPr>
            <a:picLocks noChangeAspect="1"/>
          </p:cNvPicPr>
          <p:nvPr/>
        </p:nvPicPr>
        <p:blipFill>
          <a:blip r:embed="rId2">
            <a:alphaModFix amt="22000"/>
            <a:extLst>
              <a:ext uri="{BEBA8EAE-BF5A-486C-A8C5-ECC9F3942E4B}">
                <a14:imgProps xmlns:a14="http://schemas.microsoft.com/office/drawing/2010/main">
                  <a14:imgLayer r:embed="rId3">
                    <a14:imgEffect>
                      <a14:brightnessContrast bright="-31000" contrast="100000"/>
                    </a14:imgEffect>
                  </a14:imgLayer>
                </a14:imgProps>
              </a:ext>
              <a:ext uri="{28A0092B-C50C-407E-A947-70E740481C1C}">
                <a14:useLocalDpi xmlns:a14="http://schemas.microsoft.com/office/drawing/2010/main" val="0"/>
              </a:ext>
            </a:extLst>
          </a:blip>
          <a:stretch>
            <a:fillRect/>
          </a:stretch>
        </p:blipFill>
        <p:spPr>
          <a:xfrm>
            <a:off x="-1698625" y="-3076271"/>
            <a:ext cx="15443372" cy="10953446"/>
          </a:xfrm>
          <a:prstGeom prst="rect">
            <a:avLst/>
          </a:prstGeom>
        </p:spPr>
      </p:pic>
      <p:pic>
        <p:nvPicPr>
          <p:cNvPr id="8" name="Picture 7">
            <a:extLst>
              <a:ext uri="{FF2B5EF4-FFF2-40B4-BE49-F238E27FC236}">
                <a16:creationId xmlns:a16="http://schemas.microsoft.com/office/drawing/2014/main" id="{C1E7AFB0-A61E-5566-ED36-8EDDCDCF17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99884" y="3186422"/>
            <a:ext cx="4763165" cy="3391373"/>
          </a:xfrm>
          <a:prstGeom prst="rect">
            <a:avLst/>
          </a:prstGeom>
        </p:spPr>
      </p:pic>
      <p:pic>
        <p:nvPicPr>
          <p:cNvPr id="10" name="Picture 9">
            <a:extLst>
              <a:ext uri="{FF2B5EF4-FFF2-40B4-BE49-F238E27FC236}">
                <a16:creationId xmlns:a16="http://schemas.microsoft.com/office/drawing/2014/main" id="{382690C9-7FB1-0E81-E0BC-77623EA4E7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8238352" y="242003"/>
            <a:ext cx="4763165" cy="2896004"/>
          </a:xfrm>
          <a:prstGeom prst="rect">
            <a:avLst/>
          </a:prstGeom>
        </p:spPr>
      </p:pic>
      <p:sp>
        <p:nvSpPr>
          <p:cNvPr id="3" name="TextBox 2">
            <a:extLst>
              <a:ext uri="{FF2B5EF4-FFF2-40B4-BE49-F238E27FC236}">
                <a16:creationId xmlns:a16="http://schemas.microsoft.com/office/drawing/2014/main" id="{827C0DA3-DBBE-8DD9-1612-994E14D79092}"/>
              </a:ext>
            </a:extLst>
          </p:cNvPr>
          <p:cNvSpPr txBox="1"/>
          <p:nvPr/>
        </p:nvSpPr>
        <p:spPr>
          <a:xfrm>
            <a:off x="3198007" y="1966847"/>
            <a:ext cx="6110022" cy="1631216"/>
          </a:xfrm>
          <a:prstGeom prst="rect">
            <a:avLst/>
          </a:prstGeom>
          <a:noFill/>
        </p:spPr>
        <p:txBody>
          <a:bodyPr wrap="square" rtlCol="0">
            <a:spAutoFit/>
          </a:bodyPr>
          <a:lstStyle/>
          <a:p>
            <a:pPr algn="ctr"/>
            <a:r>
              <a:rPr lang="en-IN" sz="5000" b="1" dirty="0">
                <a:solidFill>
                  <a:schemeClr val="accent1">
                    <a:lumMod val="20000"/>
                    <a:lumOff val="80000"/>
                  </a:schemeClr>
                </a:solidFill>
                <a:latin typeface="Times New Roman" panose="02020603050405020304" pitchFamily="18" charset="0"/>
                <a:cs typeface="Times New Roman" panose="02020603050405020304" pitchFamily="18" charset="0"/>
              </a:rPr>
              <a:t>SLEEP TRACKING APPLICATION</a:t>
            </a:r>
          </a:p>
        </p:txBody>
      </p:sp>
      <p:sp>
        <p:nvSpPr>
          <p:cNvPr id="4" name="TextBox 3">
            <a:extLst>
              <a:ext uri="{FF2B5EF4-FFF2-40B4-BE49-F238E27FC236}">
                <a16:creationId xmlns:a16="http://schemas.microsoft.com/office/drawing/2014/main" id="{426CB7AC-5BFE-A1D3-7DD5-B044AECC5CF5}"/>
              </a:ext>
            </a:extLst>
          </p:cNvPr>
          <p:cNvSpPr txBox="1"/>
          <p:nvPr/>
        </p:nvSpPr>
        <p:spPr>
          <a:xfrm>
            <a:off x="3303588" y="3598063"/>
            <a:ext cx="5898859" cy="553998"/>
          </a:xfrm>
          <a:prstGeom prst="rect">
            <a:avLst/>
          </a:prstGeom>
          <a:noFill/>
        </p:spPr>
        <p:txBody>
          <a:bodyPr wrap="square" rtlCol="0">
            <a:spAutoFit/>
          </a:bodyPr>
          <a:lstStyle/>
          <a:p>
            <a:pPr algn="ctr"/>
            <a:r>
              <a:rPr lang="en-IN" sz="3000" b="0" u="none" strike="noStrike" baseline="0" dirty="0">
                <a:solidFill>
                  <a:schemeClr val="bg1"/>
                </a:solidFill>
                <a:latin typeface="Times New Roman" panose="02020603050405020304" pitchFamily="18" charset="0"/>
              </a:rPr>
              <a:t>: FOR BETTER NIGHT’S REST </a:t>
            </a:r>
            <a:endParaRPr lang="en-IN" sz="3000" dirty="0">
              <a:solidFill>
                <a:schemeClr val="bg1"/>
              </a:solidFill>
            </a:endParaRPr>
          </a:p>
        </p:txBody>
      </p:sp>
      <p:sp>
        <p:nvSpPr>
          <p:cNvPr id="5" name="TextBox 4">
            <a:extLst>
              <a:ext uri="{FF2B5EF4-FFF2-40B4-BE49-F238E27FC236}">
                <a16:creationId xmlns:a16="http://schemas.microsoft.com/office/drawing/2014/main" id="{22A92AD9-2DF1-F465-6568-CB8AE5AF1E63}"/>
              </a:ext>
            </a:extLst>
          </p:cNvPr>
          <p:cNvSpPr txBox="1"/>
          <p:nvPr/>
        </p:nvSpPr>
        <p:spPr>
          <a:xfrm>
            <a:off x="3853895" y="4481999"/>
            <a:ext cx="4798244" cy="400110"/>
          </a:xfrm>
          <a:prstGeom prst="rect">
            <a:avLst/>
          </a:prstGeom>
          <a:noFill/>
        </p:spPr>
        <p:txBody>
          <a:bodyPr wrap="square" rtlCol="0">
            <a:spAutoFit/>
          </a:bodyPr>
          <a:lstStyle/>
          <a:p>
            <a:pPr algn="ctr"/>
            <a:r>
              <a:rPr lang="en-IN" sz="2000" i="1" dirty="0">
                <a:solidFill>
                  <a:schemeClr val="bg1"/>
                </a:solidFill>
                <a:latin typeface="Times New Roman" panose="02020603050405020304" pitchFamily="18" charset="0"/>
                <a:cs typeface="Times New Roman" panose="02020603050405020304" pitchFamily="18" charset="0"/>
              </a:rPr>
              <a:t>USING ANDROID STUDIO – KOTLIN</a:t>
            </a:r>
          </a:p>
        </p:txBody>
      </p:sp>
      <p:sp>
        <p:nvSpPr>
          <p:cNvPr id="6" name="TextBox 5">
            <a:extLst>
              <a:ext uri="{FF2B5EF4-FFF2-40B4-BE49-F238E27FC236}">
                <a16:creationId xmlns:a16="http://schemas.microsoft.com/office/drawing/2014/main" id="{2B2EBB6B-00A9-2F4B-5280-EDFE1129A0B6}"/>
              </a:ext>
            </a:extLst>
          </p:cNvPr>
          <p:cNvSpPr txBox="1"/>
          <p:nvPr/>
        </p:nvSpPr>
        <p:spPr>
          <a:xfrm>
            <a:off x="9424929" y="5413999"/>
            <a:ext cx="2886075" cy="1200329"/>
          </a:xfrm>
          <a:prstGeom prst="rect">
            <a:avLst/>
          </a:prstGeom>
          <a:noFill/>
        </p:spPr>
        <p:txBody>
          <a:bodyPr wrap="square" rtlCol="0">
            <a:spAutoFit/>
          </a:bodyPr>
          <a:lstStyle/>
          <a:p>
            <a:r>
              <a:rPr lang="en-IN" dirty="0">
                <a:solidFill>
                  <a:schemeClr val="bg1"/>
                </a:solidFill>
                <a:latin typeface="Palatino Linotype" panose="02040502050505030304" pitchFamily="18" charset="0"/>
                <a:cs typeface="Leelawadee" panose="020B0502040204020203" pitchFamily="34" charset="-34"/>
              </a:rPr>
              <a:t>Basil V Mathew</a:t>
            </a:r>
          </a:p>
          <a:p>
            <a:r>
              <a:rPr lang="en-IN" dirty="0" err="1">
                <a:solidFill>
                  <a:schemeClr val="bg1"/>
                </a:solidFill>
                <a:latin typeface="Palatino Linotype" panose="02040502050505030304" pitchFamily="18" charset="0"/>
                <a:cs typeface="Leelawadee" panose="020B0502040204020203" pitchFamily="34" charset="-34"/>
              </a:rPr>
              <a:t>M.Inbarasu</a:t>
            </a:r>
            <a:endParaRPr lang="en-IN" dirty="0">
              <a:solidFill>
                <a:schemeClr val="bg1"/>
              </a:solidFill>
              <a:latin typeface="Palatino Linotype" panose="02040502050505030304" pitchFamily="18" charset="0"/>
              <a:cs typeface="Leelawadee" panose="020B0502040204020203" pitchFamily="34" charset="-34"/>
            </a:endParaRPr>
          </a:p>
          <a:p>
            <a:r>
              <a:rPr lang="en-IN" dirty="0" err="1">
                <a:solidFill>
                  <a:schemeClr val="bg1"/>
                </a:solidFill>
                <a:latin typeface="Palatino Linotype" panose="02040502050505030304" pitchFamily="18" charset="0"/>
                <a:cs typeface="Leelawadee" panose="020B0502040204020203" pitchFamily="34" charset="-34"/>
              </a:rPr>
              <a:t>M.Koushick</a:t>
            </a:r>
            <a:r>
              <a:rPr lang="en-IN" dirty="0">
                <a:solidFill>
                  <a:schemeClr val="bg1"/>
                </a:solidFill>
                <a:latin typeface="Palatino Linotype" panose="02040502050505030304" pitchFamily="18" charset="0"/>
                <a:cs typeface="Leelawadee" panose="020B0502040204020203" pitchFamily="34" charset="-34"/>
              </a:rPr>
              <a:t> GV</a:t>
            </a:r>
          </a:p>
          <a:p>
            <a:r>
              <a:rPr lang="en-IN" dirty="0" err="1">
                <a:solidFill>
                  <a:schemeClr val="bg1"/>
                </a:solidFill>
                <a:latin typeface="Palatino Linotype" panose="02040502050505030304" pitchFamily="18" charset="0"/>
                <a:cs typeface="Leelawadee" panose="020B0502040204020203" pitchFamily="34" charset="-34"/>
              </a:rPr>
              <a:t>A.Lokesh</a:t>
            </a:r>
            <a:r>
              <a:rPr lang="en-IN" dirty="0">
                <a:solidFill>
                  <a:schemeClr val="bg1"/>
                </a:solidFill>
                <a:latin typeface="Palatino Linotype" panose="02040502050505030304" pitchFamily="18" charset="0"/>
                <a:cs typeface="Leelawadee" panose="020B0502040204020203" pitchFamily="34" charset="-34"/>
              </a:rPr>
              <a:t> </a:t>
            </a:r>
          </a:p>
        </p:txBody>
      </p:sp>
    </p:spTree>
    <p:extLst>
      <p:ext uri="{BB962C8B-B14F-4D97-AF65-F5344CB8AC3E}">
        <p14:creationId xmlns:p14="http://schemas.microsoft.com/office/powerpoint/2010/main" val="33920149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withEffect">
                                  <p:stCondLst>
                                    <p:cond delay="0"/>
                                  </p:stCondLst>
                                  <p:childTnLst>
                                    <p:animScale>
                                      <p:cBhvr>
                                        <p:cTn id="6" dur="2000" fill="hold"/>
                                        <p:tgtEl>
                                          <p:spTgt spid="8"/>
                                        </p:tgtEl>
                                      </p:cBhvr>
                                      <p:by x="150000" y="150000"/>
                                    </p:animScale>
                                  </p:childTnLst>
                                </p:cTn>
                              </p:par>
                              <p:par>
                                <p:cTn id="7" presetID="6" presetClass="emph" presetSubtype="0" fill="hold" nodeType="withEffect">
                                  <p:stCondLst>
                                    <p:cond delay="0"/>
                                  </p:stCondLst>
                                  <p:childTnLst>
                                    <p:animScale>
                                      <p:cBhvr>
                                        <p:cTn id="8" dur="2000" fill="hold"/>
                                        <p:tgtEl>
                                          <p:spTgt spid="10"/>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4CF29-CEEF-97F1-E40A-B82D5A9B055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51BD45C-4612-4D0D-AF1F-AFF2478D9288}"/>
              </a:ext>
            </a:extLst>
          </p:cNvPr>
          <p:cNvSpPr/>
          <p:nvPr/>
        </p:nvSpPr>
        <p:spPr>
          <a:xfrm>
            <a:off x="0" y="0"/>
            <a:ext cx="6096000" cy="6858000"/>
          </a:xfrm>
          <a:prstGeom prst="rect">
            <a:avLst/>
          </a:prstGeom>
          <a:solidFill>
            <a:srgbClr val="1E2328"/>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471032B5-68AC-9F79-ABDE-4D2B0006D456}"/>
              </a:ext>
            </a:extLst>
          </p:cNvPr>
          <p:cNvSpPr/>
          <p:nvPr/>
        </p:nvSpPr>
        <p:spPr>
          <a:xfrm>
            <a:off x="6096000" y="0"/>
            <a:ext cx="6096000" cy="6858000"/>
          </a:xfrm>
          <a:prstGeom prst="rect">
            <a:avLst/>
          </a:prstGeom>
          <a:solidFill>
            <a:schemeClr val="tx1">
              <a:lumMod val="85000"/>
              <a:lumOff val="15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4" name="Picture 23">
            <a:extLst>
              <a:ext uri="{FF2B5EF4-FFF2-40B4-BE49-F238E27FC236}">
                <a16:creationId xmlns:a16="http://schemas.microsoft.com/office/drawing/2014/main" id="{A711C77F-DA41-D0AF-6617-B29D6135738E}"/>
              </a:ext>
            </a:extLst>
          </p:cNvPr>
          <p:cNvPicPr>
            <a:picLocks noChangeAspect="1"/>
          </p:cNvPicPr>
          <p:nvPr/>
        </p:nvPicPr>
        <p:blipFill>
          <a:blip r:embed="rId2">
            <a:alphaModFix amt="10000"/>
            <a:extLst>
              <a:ext uri="{BEBA8EAE-BF5A-486C-A8C5-ECC9F3942E4B}">
                <a14:imgProps xmlns:a14="http://schemas.microsoft.com/office/drawing/2010/main">
                  <a14:imgLayer r:embed="rId3">
                    <a14:imgEffect>
                      <a14:backgroundRemoval t="9904" b="90735" l="9904" r="89936">
                        <a14:foregroundMark x1="44728" y1="24281" x2="51118" y2="14058"/>
                        <a14:foregroundMark x1="55272" y1="90735" x2="44089" y2="90735"/>
                        <a14:foregroundMark x1="27955" y1="68211" x2="30032" y2="58626"/>
                      </a14:backgroundRemoval>
                    </a14:imgEffect>
                  </a14:imgLayer>
                </a14:imgProps>
              </a:ext>
              <a:ext uri="{28A0092B-C50C-407E-A947-70E740481C1C}">
                <a14:useLocalDpi xmlns:a14="http://schemas.microsoft.com/office/drawing/2010/main" val="0"/>
              </a:ext>
            </a:extLst>
          </a:blip>
          <a:srcRect t="29456"/>
          <a:stretch/>
        </p:blipFill>
        <p:spPr>
          <a:xfrm>
            <a:off x="508263" y="2574598"/>
            <a:ext cx="5195186" cy="3664881"/>
          </a:xfrm>
          <a:prstGeom prst="rect">
            <a:avLst/>
          </a:prstGeom>
        </p:spPr>
      </p:pic>
      <p:sp>
        <p:nvSpPr>
          <p:cNvPr id="6" name="TextBox 5">
            <a:extLst>
              <a:ext uri="{FF2B5EF4-FFF2-40B4-BE49-F238E27FC236}">
                <a16:creationId xmlns:a16="http://schemas.microsoft.com/office/drawing/2014/main" id="{6A65F80F-BB45-1012-F429-37C04D08312A}"/>
              </a:ext>
            </a:extLst>
          </p:cNvPr>
          <p:cNvSpPr txBox="1"/>
          <p:nvPr/>
        </p:nvSpPr>
        <p:spPr>
          <a:xfrm>
            <a:off x="668731" y="842795"/>
            <a:ext cx="2559378" cy="369332"/>
          </a:xfrm>
          <a:prstGeom prst="rect">
            <a:avLst/>
          </a:prstGeom>
          <a:noFill/>
        </p:spPr>
        <p:txBody>
          <a:bodyPr wrap="square" rtlCol="0">
            <a:spAutoFit/>
          </a:bodyPr>
          <a:lstStyle/>
          <a:p>
            <a:r>
              <a:rPr lang="en-US" sz="1800" b="1" u="sng" dirty="0">
                <a:solidFill>
                  <a:schemeClr val="bg1"/>
                </a:solidFill>
                <a:latin typeface="Lucida Sans Typewriter" panose="020B0509030504030204" pitchFamily="49" charset="0"/>
                <a:cs typeface="Times New Roman" panose="02020603050405020304" pitchFamily="18" charset="0"/>
              </a:rPr>
              <a:t>Introduction:</a:t>
            </a:r>
            <a:endParaRPr lang="en-IN" u="sng" dirty="0">
              <a:solidFill>
                <a:schemeClr val="bg1"/>
              </a:solidFill>
              <a:latin typeface="Lucida Sans Typewriter" panose="020B0509030504030204" pitchFamily="49" charset="0"/>
            </a:endParaRPr>
          </a:p>
        </p:txBody>
      </p:sp>
      <p:sp>
        <p:nvSpPr>
          <p:cNvPr id="8" name="TextBox 7">
            <a:extLst>
              <a:ext uri="{FF2B5EF4-FFF2-40B4-BE49-F238E27FC236}">
                <a16:creationId xmlns:a16="http://schemas.microsoft.com/office/drawing/2014/main" id="{6838E5FC-6BC5-5E18-D388-0341323DF613}"/>
              </a:ext>
            </a:extLst>
          </p:cNvPr>
          <p:cNvSpPr txBox="1"/>
          <p:nvPr/>
        </p:nvSpPr>
        <p:spPr>
          <a:xfrm>
            <a:off x="258622" y="2270484"/>
            <a:ext cx="5273960" cy="2308324"/>
          </a:xfrm>
          <a:prstGeom prst="rect">
            <a:avLst/>
          </a:prstGeom>
          <a:noFill/>
        </p:spPr>
        <p:txBody>
          <a:bodyPr wrap="square" rtlCol="0">
            <a:spAutoFit/>
          </a:bodyPr>
          <a:lstStyle/>
          <a:p>
            <a:pPr algn="just"/>
            <a:r>
              <a:rPr lang="en-US" sz="1600" b="0" i="0" u="none" strike="noStrike" baseline="0" dirty="0">
                <a:solidFill>
                  <a:schemeClr val="bg1"/>
                </a:solidFill>
                <a:latin typeface="Lucida Sans Typewriter" panose="020B0509030504030204" pitchFamily="49" charset="0"/>
              </a:rPr>
              <a:t>	Sleep is a vital aspect of human life, essential for physical and mental rejuvenation. However, millions worldwide struggle with sleep disorders, impacting their </a:t>
            </a:r>
            <a:r>
              <a:rPr lang="en-US" sz="1600" b="0" i="0" u="none" strike="noStrike" baseline="0" dirty="0">
                <a:solidFill>
                  <a:schemeClr val="accent4">
                    <a:lumMod val="60000"/>
                    <a:lumOff val="40000"/>
                  </a:schemeClr>
                </a:solidFill>
                <a:latin typeface="Lucida Sans Typewriter" panose="020B0509030504030204" pitchFamily="49" charset="0"/>
              </a:rPr>
              <a:t>overall well-being, productivity, and quality of life</a:t>
            </a:r>
            <a:r>
              <a:rPr lang="en-US" sz="1600" b="0" i="0" u="none" strike="noStrike" baseline="0" dirty="0">
                <a:solidFill>
                  <a:schemeClr val="bg1"/>
                </a:solidFill>
                <a:latin typeface="Lucida Sans Typewriter" panose="020B0509030504030204" pitchFamily="49" charset="0"/>
              </a:rPr>
              <a:t>. With the rise of  mobile health applications, tracking and improving sleep quality has become more accessible. </a:t>
            </a:r>
            <a:endParaRPr lang="en-IN" sz="1600" dirty="0">
              <a:solidFill>
                <a:schemeClr val="bg1"/>
              </a:solidFill>
              <a:latin typeface="Lucida Sans Typewriter" panose="020B0509030504030204" pitchFamily="49" charset="0"/>
            </a:endParaRPr>
          </a:p>
        </p:txBody>
      </p:sp>
      <p:pic>
        <p:nvPicPr>
          <p:cNvPr id="30" name="Picture 29">
            <a:extLst>
              <a:ext uri="{FF2B5EF4-FFF2-40B4-BE49-F238E27FC236}">
                <a16:creationId xmlns:a16="http://schemas.microsoft.com/office/drawing/2014/main" id="{FFCFA4DA-694C-16D7-625D-FCEC9D7EC90C}"/>
              </a:ext>
            </a:extLst>
          </p:cNvPr>
          <p:cNvPicPr>
            <a:picLocks noChangeAspect="1"/>
          </p:cNvPicPr>
          <p:nvPr/>
        </p:nvPicPr>
        <p:blipFill>
          <a:blip r:embed="rId4">
            <a:duotone>
              <a:prstClr val="black"/>
              <a:srgbClr val="D9C3A5">
                <a:tint val="50000"/>
                <a:satMod val="180000"/>
              </a:srgbClr>
            </a:duotone>
            <a:alphaModFix amt="20000"/>
            <a:extLst>
              <a:ext uri="{28A0092B-C50C-407E-A947-70E740481C1C}">
                <a14:useLocalDpi xmlns:a14="http://schemas.microsoft.com/office/drawing/2010/main" val="0"/>
              </a:ext>
            </a:extLst>
          </a:blip>
          <a:stretch>
            <a:fillRect/>
          </a:stretch>
        </p:blipFill>
        <p:spPr>
          <a:xfrm>
            <a:off x="6096000" y="1152260"/>
            <a:ext cx="6888333" cy="5740814"/>
          </a:xfrm>
          <a:prstGeom prst="rect">
            <a:avLst/>
          </a:prstGeom>
          <a:effectLst/>
        </p:spPr>
      </p:pic>
      <p:sp>
        <p:nvSpPr>
          <p:cNvPr id="19" name="TextBox 18">
            <a:extLst>
              <a:ext uri="{FF2B5EF4-FFF2-40B4-BE49-F238E27FC236}">
                <a16:creationId xmlns:a16="http://schemas.microsoft.com/office/drawing/2014/main" id="{435F4308-C0E9-5DFF-A022-0F272763AEB4}"/>
              </a:ext>
            </a:extLst>
          </p:cNvPr>
          <p:cNvSpPr txBox="1"/>
          <p:nvPr/>
        </p:nvSpPr>
        <p:spPr>
          <a:xfrm>
            <a:off x="6940624" y="782928"/>
            <a:ext cx="2064470" cy="369332"/>
          </a:xfrm>
          <a:prstGeom prst="rect">
            <a:avLst/>
          </a:prstGeom>
          <a:noFill/>
        </p:spPr>
        <p:txBody>
          <a:bodyPr wrap="square" rtlCol="0">
            <a:spAutoFit/>
          </a:bodyPr>
          <a:lstStyle/>
          <a:p>
            <a:r>
              <a:rPr lang="en-US" sz="1800" b="1" u="sng" dirty="0">
                <a:solidFill>
                  <a:schemeClr val="bg1"/>
                </a:solidFill>
                <a:latin typeface="Lucida Sans Typewriter" panose="020B0509030504030204" pitchFamily="49" charset="0"/>
                <a:cs typeface="Times New Roman" panose="02020603050405020304" pitchFamily="18" charset="0"/>
              </a:rPr>
              <a:t>Abstraction:</a:t>
            </a:r>
            <a:endParaRPr lang="en-IN" u="sng" dirty="0">
              <a:solidFill>
                <a:schemeClr val="bg1"/>
              </a:solidFill>
              <a:latin typeface="Lucida Sans Typewriter" panose="020B0509030504030204" pitchFamily="49" charset="0"/>
            </a:endParaRPr>
          </a:p>
        </p:txBody>
      </p:sp>
      <p:sp>
        <p:nvSpPr>
          <p:cNvPr id="20" name="TextBox 19">
            <a:extLst>
              <a:ext uri="{FF2B5EF4-FFF2-40B4-BE49-F238E27FC236}">
                <a16:creationId xmlns:a16="http://schemas.microsoft.com/office/drawing/2014/main" id="{40932CB7-9D91-B8DB-985F-8FFEBD19B130}"/>
              </a:ext>
            </a:extLst>
          </p:cNvPr>
          <p:cNvSpPr txBox="1"/>
          <p:nvPr/>
        </p:nvSpPr>
        <p:spPr>
          <a:xfrm>
            <a:off x="6590157" y="2267531"/>
            <a:ext cx="5260109" cy="2554545"/>
          </a:xfrm>
          <a:prstGeom prst="rect">
            <a:avLst/>
          </a:prstGeom>
          <a:noFill/>
        </p:spPr>
        <p:txBody>
          <a:bodyPr wrap="square" rtlCol="0">
            <a:spAutoFit/>
          </a:bodyPr>
          <a:lstStyle/>
          <a:p>
            <a:pPr algn="just"/>
            <a:r>
              <a:rPr lang="en-US" sz="1600" b="0" i="0" u="none" strike="noStrike" baseline="0" dirty="0">
                <a:solidFill>
                  <a:schemeClr val="bg1"/>
                </a:solidFill>
                <a:latin typeface="Lucida Sans Typewriter" panose="020B0509030504030204" pitchFamily="49" charset="0"/>
              </a:rPr>
              <a:t>	Dream Well is an innovative sleep tracking app designed to help individuals </a:t>
            </a:r>
            <a:r>
              <a:rPr lang="en-US" sz="1600" b="0" i="0" u="none" strike="noStrike" baseline="0" dirty="0">
                <a:solidFill>
                  <a:schemeClr val="accent4">
                    <a:lumMod val="60000"/>
                    <a:lumOff val="40000"/>
                  </a:schemeClr>
                </a:solidFill>
                <a:latin typeface="Lucida Sans Typewriter" panose="020B0509030504030204" pitchFamily="49" charset="0"/>
              </a:rPr>
              <a:t>monitor, analyze, and optimize </a:t>
            </a:r>
            <a:r>
              <a:rPr lang="en-US" sz="1600" b="0" i="0" u="none" strike="noStrike" baseline="0" dirty="0">
                <a:solidFill>
                  <a:schemeClr val="bg1"/>
                </a:solidFill>
                <a:latin typeface="Lucida Sans Typewriter" panose="020B0509030504030204" pitchFamily="49" charset="0"/>
              </a:rPr>
              <a:t>their sleep patterns for a better night's rest. Using cutting-edge technology and can be also integrated with machine learning algorithms in future, Dream Well tracks sleep duration, quality, and stages, providing personalized insights and recommendations to improve sleep hygiene. </a:t>
            </a:r>
            <a:endParaRPr lang="en-IN" sz="1600" dirty="0">
              <a:solidFill>
                <a:schemeClr val="bg1"/>
              </a:solidFill>
              <a:latin typeface="Lucida Sans Typewriter" panose="020B0509030504030204" pitchFamily="49" charset="0"/>
            </a:endParaRPr>
          </a:p>
        </p:txBody>
      </p:sp>
      <p:pic>
        <p:nvPicPr>
          <p:cNvPr id="26" name="Picture 25">
            <a:extLst>
              <a:ext uri="{FF2B5EF4-FFF2-40B4-BE49-F238E27FC236}">
                <a16:creationId xmlns:a16="http://schemas.microsoft.com/office/drawing/2014/main" id="{F5E008B9-D9DE-ABBB-D837-F289FCF4335C}"/>
              </a:ext>
            </a:extLst>
          </p:cNvPr>
          <p:cNvPicPr>
            <a:picLocks noChangeAspect="1"/>
          </p:cNvPicPr>
          <p:nvPr/>
        </p:nvPicPr>
        <p:blipFill>
          <a:blip r:embed="rId5">
            <a:extLst>
              <a:ext uri="{BEBA8EAE-BF5A-486C-A8C5-ECC9F3942E4B}">
                <a14:imgProps xmlns:a14="http://schemas.microsoft.com/office/drawing/2010/main">
                  <a14:imgLayer r:embed="rId3">
                    <a14:imgEffect>
                      <a14:backgroundRemoval t="7653" b="27764" l="33191" r="64275">
                        <a14:backgroundMark x1="33387" y1="23482" x2="42332" y2="12620"/>
                        <a14:backgroundMark x1="42332" y1="12620" x2="42332" y2="12620"/>
                        <a14:backgroundMark x1="42332" y1="12620" x2="33227" y2="15495"/>
                        <a14:backgroundMark x1="34824" y1="13099" x2="32907" y2="11661"/>
                        <a14:backgroundMark x1="39776" y1="17891" x2="36262" y2="16933"/>
                      </a14:backgroundRemoval>
                    </a14:imgEffect>
                  </a14:imgLayer>
                </a14:imgProps>
              </a:ext>
              <a:ext uri="{28A0092B-C50C-407E-A947-70E740481C1C}">
                <a14:useLocalDpi xmlns:a14="http://schemas.microsoft.com/office/drawing/2010/main" val="0"/>
              </a:ext>
            </a:extLst>
          </a:blip>
          <a:srcRect l="29306" t="5139" r="31840" b="69722"/>
          <a:stretch/>
        </p:blipFill>
        <p:spPr>
          <a:xfrm>
            <a:off x="227852" y="782928"/>
            <a:ext cx="601163" cy="388949"/>
          </a:xfrm>
          <a:prstGeom prst="rect">
            <a:avLst/>
          </a:prstGeom>
        </p:spPr>
      </p:pic>
      <p:pic>
        <p:nvPicPr>
          <p:cNvPr id="3" name="Picture 2">
            <a:extLst>
              <a:ext uri="{FF2B5EF4-FFF2-40B4-BE49-F238E27FC236}">
                <a16:creationId xmlns:a16="http://schemas.microsoft.com/office/drawing/2014/main" id="{9F16426D-A505-F450-1BB8-8D77159D3F74}"/>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5583" b="21237" l="75368" r="91127"/>
                    </a14:imgEffect>
                  </a14:imgLayer>
                </a14:imgProps>
              </a:ext>
              <a:ext uri="{28A0092B-C50C-407E-A947-70E740481C1C}">
                <a14:useLocalDpi xmlns:a14="http://schemas.microsoft.com/office/drawing/2010/main" val="0"/>
              </a:ext>
            </a:extLst>
          </a:blip>
          <a:srcRect l="73398" t="3626" r="6903" b="76806"/>
          <a:stretch/>
        </p:blipFill>
        <p:spPr>
          <a:xfrm>
            <a:off x="6368473" y="609813"/>
            <a:ext cx="646684" cy="642404"/>
          </a:xfrm>
          <a:prstGeom prst="rect">
            <a:avLst/>
          </a:prstGeom>
        </p:spPr>
      </p:pic>
      <p:sp>
        <p:nvSpPr>
          <p:cNvPr id="5" name="Rectangle: Rounded Corners 4">
            <a:extLst>
              <a:ext uri="{FF2B5EF4-FFF2-40B4-BE49-F238E27FC236}">
                <a16:creationId xmlns:a16="http://schemas.microsoft.com/office/drawing/2014/main" id="{F705BE16-6064-DA18-125F-EFC4026A1E0C}"/>
              </a:ext>
            </a:extLst>
          </p:cNvPr>
          <p:cNvSpPr/>
          <p:nvPr/>
        </p:nvSpPr>
        <p:spPr>
          <a:xfrm>
            <a:off x="5836636" y="695714"/>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BE441FFA-B634-A81E-985C-1B6799EB9AE0}"/>
              </a:ext>
            </a:extLst>
          </p:cNvPr>
          <p:cNvSpPr/>
          <p:nvPr/>
        </p:nvSpPr>
        <p:spPr>
          <a:xfrm>
            <a:off x="5836636" y="1252217"/>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9191D9D0-44BC-AAE4-9F42-BCAF309BC71A}"/>
              </a:ext>
            </a:extLst>
          </p:cNvPr>
          <p:cNvSpPr/>
          <p:nvPr/>
        </p:nvSpPr>
        <p:spPr>
          <a:xfrm>
            <a:off x="5849746" y="1844348"/>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A3741A65-4FE5-3FEE-3BF3-816C92D8FD20}"/>
              </a:ext>
            </a:extLst>
          </p:cNvPr>
          <p:cNvSpPr/>
          <p:nvPr/>
        </p:nvSpPr>
        <p:spPr>
          <a:xfrm>
            <a:off x="5849746" y="2400851"/>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5E7BBDC4-6362-592D-755E-B8B283A0C549}"/>
              </a:ext>
            </a:extLst>
          </p:cNvPr>
          <p:cNvSpPr/>
          <p:nvPr/>
        </p:nvSpPr>
        <p:spPr>
          <a:xfrm>
            <a:off x="5849746" y="2857397"/>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18C99BA6-BE24-462A-64FA-D86539D4FED8}"/>
              </a:ext>
            </a:extLst>
          </p:cNvPr>
          <p:cNvSpPr/>
          <p:nvPr/>
        </p:nvSpPr>
        <p:spPr>
          <a:xfrm>
            <a:off x="5849746" y="3413900"/>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Rounded Corners 20">
            <a:extLst>
              <a:ext uri="{FF2B5EF4-FFF2-40B4-BE49-F238E27FC236}">
                <a16:creationId xmlns:a16="http://schemas.microsoft.com/office/drawing/2014/main" id="{AB3640A1-3AF0-95EB-0B37-D89BC36F5E29}"/>
              </a:ext>
            </a:extLst>
          </p:cNvPr>
          <p:cNvSpPr/>
          <p:nvPr/>
        </p:nvSpPr>
        <p:spPr>
          <a:xfrm>
            <a:off x="5862856" y="4006031"/>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Rounded Corners 21">
            <a:extLst>
              <a:ext uri="{FF2B5EF4-FFF2-40B4-BE49-F238E27FC236}">
                <a16:creationId xmlns:a16="http://schemas.microsoft.com/office/drawing/2014/main" id="{059CD3D0-7C3B-7683-96E5-89D4CEAB7CF6}"/>
              </a:ext>
            </a:extLst>
          </p:cNvPr>
          <p:cNvSpPr/>
          <p:nvPr/>
        </p:nvSpPr>
        <p:spPr>
          <a:xfrm>
            <a:off x="5862856" y="4562534"/>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Rounded Corners 22">
            <a:extLst>
              <a:ext uri="{FF2B5EF4-FFF2-40B4-BE49-F238E27FC236}">
                <a16:creationId xmlns:a16="http://schemas.microsoft.com/office/drawing/2014/main" id="{D232F172-E096-9566-630A-5B45B890B689}"/>
              </a:ext>
            </a:extLst>
          </p:cNvPr>
          <p:cNvSpPr/>
          <p:nvPr/>
        </p:nvSpPr>
        <p:spPr>
          <a:xfrm>
            <a:off x="5878043" y="5151488"/>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Rounded Corners 24">
            <a:extLst>
              <a:ext uri="{FF2B5EF4-FFF2-40B4-BE49-F238E27FC236}">
                <a16:creationId xmlns:a16="http://schemas.microsoft.com/office/drawing/2014/main" id="{88EDAE92-0C1A-FB36-CA6F-426B060258F4}"/>
              </a:ext>
            </a:extLst>
          </p:cNvPr>
          <p:cNvSpPr/>
          <p:nvPr/>
        </p:nvSpPr>
        <p:spPr>
          <a:xfrm>
            <a:off x="5878043" y="5707991"/>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Rounded Corners 28">
            <a:extLst>
              <a:ext uri="{FF2B5EF4-FFF2-40B4-BE49-F238E27FC236}">
                <a16:creationId xmlns:a16="http://schemas.microsoft.com/office/drawing/2014/main" id="{2A9D3518-E314-BB44-AE3D-2AE717E7F7A0}"/>
              </a:ext>
            </a:extLst>
          </p:cNvPr>
          <p:cNvSpPr/>
          <p:nvPr/>
        </p:nvSpPr>
        <p:spPr>
          <a:xfrm>
            <a:off x="5891153" y="6300122"/>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03950227"/>
      </p:ext>
    </p:extLst>
  </p:cSld>
  <p:clrMapOvr>
    <a:masterClrMapping/>
  </p:clrMapOvr>
  <mc:AlternateContent xmlns:mc="http://schemas.openxmlformats.org/markup-compatibility/2006" xmlns:p14="http://schemas.microsoft.com/office/powerpoint/2010/main">
    <mc:Choice Requires="p14">
      <p:transition spd="slow" p14:dur="3000">
        <p14:flythroug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C9E2807-8564-9C21-EA87-F9ED77F9AAC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30C85EF2-68B6-A6CD-D9A4-90D1BDED6F1E}"/>
              </a:ext>
            </a:extLst>
          </p:cNvPr>
          <p:cNvSpPr/>
          <p:nvPr/>
        </p:nvSpPr>
        <p:spPr>
          <a:xfrm>
            <a:off x="0" y="0"/>
            <a:ext cx="6096000" cy="6858000"/>
          </a:xfrm>
          <a:prstGeom prst="rect">
            <a:avLst/>
          </a:prstGeom>
          <a:solidFill>
            <a:srgbClr val="1E2328"/>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7" name="Picture 26">
            <a:extLst>
              <a:ext uri="{FF2B5EF4-FFF2-40B4-BE49-F238E27FC236}">
                <a16:creationId xmlns:a16="http://schemas.microsoft.com/office/drawing/2014/main" id="{C7D93548-4CE9-20CE-8228-B9077B77C703}"/>
              </a:ext>
            </a:extLst>
          </p:cNvPr>
          <p:cNvPicPr>
            <a:picLocks noChangeAspect="1"/>
          </p:cNvPicPr>
          <p:nvPr/>
        </p:nvPicPr>
        <p:blipFill>
          <a:blip r:embed="rId2">
            <a:alphaModFix amt="2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1" y="1162951"/>
            <a:ext cx="6068312" cy="6068312"/>
          </a:xfrm>
          <a:prstGeom prst="rect">
            <a:avLst/>
          </a:prstGeom>
        </p:spPr>
      </p:pic>
      <p:sp>
        <p:nvSpPr>
          <p:cNvPr id="8" name="Rectangle 7">
            <a:extLst>
              <a:ext uri="{FF2B5EF4-FFF2-40B4-BE49-F238E27FC236}">
                <a16:creationId xmlns:a16="http://schemas.microsoft.com/office/drawing/2014/main" id="{6BA6EB7A-E41A-6C92-563A-33AC22BC6A9A}"/>
              </a:ext>
            </a:extLst>
          </p:cNvPr>
          <p:cNvSpPr/>
          <p:nvPr/>
        </p:nvSpPr>
        <p:spPr>
          <a:xfrm>
            <a:off x="6096000" y="0"/>
            <a:ext cx="6096000" cy="6858000"/>
          </a:xfrm>
          <a:prstGeom prst="rect">
            <a:avLst/>
          </a:prstGeom>
          <a:solidFill>
            <a:schemeClr val="tx1">
              <a:lumMod val="85000"/>
              <a:lumOff val="15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D7170529-49AD-6476-6F45-30F60A4EE15E}"/>
              </a:ext>
            </a:extLst>
          </p:cNvPr>
          <p:cNvSpPr txBox="1"/>
          <p:nvPr/>
        </p:nvSpPr>
        <p:spPr>
          <a:xfrm>
            <a:off x="683782" y="865100"/>
            <a:ext cx="2559378" cy="646331"/>
          </a:xfrm>
          <a:prstGeom prst="rect">
            <a:avLst/>
          </a:prstGeom>
          <a:noFill/>
        </p:spPr>
        <p:txBody>
          <a:bodyPr wrap="square" rtlCol="0">
            <a:spAutoFit/>
          </a:bodyPr>
          <a:lstStyle/>
          <a:p>
            <a:r>
              <a:rPr lang="en-US" sz="1800" b="1" u="sng" dirty="0">
                <a:solidFill>
                  <a:schemeClr val="bg1"/>
                </a:solidFill>
                <a:latin typeface="Lucida Sans Typewriter" panose="020B0509030504030204" pitchFamily="49" charset="0"/>
                <a:cs typeface="Times New Roman" panose="02020603050405020304" pitchFamily="18" charset="0"/>
              </a:rPr>
              <a:t>Key Features:</a:t>
            </a:r>
          </a:p>
          <a:p>
            <a:endParaRPr lang="en-IN" u="sng" dirty="0">
              <a:solidFill>
                <a:schemeClr val="bg1"/>
              </a:solidFill>
              <a:latin typeface="Lucida Sans Typewriter" panose="020B0509030504030204" pitchFamily="49" charset="0"/>
            </a:endParaRPr>
          </a:p>
        </p:txBody>
      </p:sp>
      <p:sp>
        <p:nvSpPr>
          <p:cNvPr id="16" name="TextBox 15">
            <a:extLst>
              <a:ext uri="{FF2B5EF4-FFF2-40B4-BE49-F238E27FC236}">
                <a16:creationId xmlns:a16="http://schemas.microsoft.com/office/drawing/2014/main" id="{2FB7F066-5C12-03D5-B290-151680CFB1D2}"/>
              </a:ext>
            </a:extLst>
          </p:cNvPr>
          <p:cNvSpPr txBox="1"/>
          <p:nvPr/>
        </p:nvSpPr>
        <p:spPr>
          <a:xfrm>
            <a:off x="272473" y="1748101"/>
            <a:ext cx="5292437" cy="3293209"/>
          </a:xfrm>
          <a:prstGeom prst="rect">
            <a:avLst/>
          </a:prstGeom>
          <a:noFill/>
        </p:spPr>
        <p:txBody>
          <a:bodyPr wrap="square" rtlCol="0">
            <a:spAutoFit/>
          </a:bodyPr>
          <a:lstStyle/>
          <a:p>
            <a:pPr marL="285750" indent="-285750">
              <a:buFont typeface="Wingdings" panose="05000000000000000000" pitchFamily="2" charset="2"/>
              <a:buChar char="ü"/>
            </a:pPr>
            <a:r>
              <a:rPr lang="en-US" sz="1600" b="1" dirty="0">
                <a:solidFill>
                  <a:schemeClr val="bg1"/>
                </a:solidFill>
                <a:latin typeface="Lucida Sans Typewriter" panose="020B0509030504030204" pitchFamily="49" charset="0"/>
                <a:cs typeface="Times New Roman" panose="02020603050405020304" pitchFamily="18" charset="0"/>
              </a:rPr>
              <a:t>User Authentication</a:t>
            </a:r>
          </a:p>
          <a:p>
            <a:pPr algn="just"/>
            <a:r>
              <a:rPr lang="en-US" sz="1600" dirty="0">
                <a:solidFill>
                  <a:schemeClr val="bg1"/>
                </a:solidFill>
                <a:latin typeface="Lucida Sans Typewriter" panose="020B0509030504030204" pitchFamily="49" charset="0"/>
                <a:cs typeface="Times New Roman" panose="02020603050405020304" pitchFamily="18" charset="0"/>
              </a:rPr>
              <a:t>	Users can register and log in  </a:t>
            </a:r>
          </a:p>
          <a:p>
            <a:pPr algn="just"/>
            <a:r>
              <a:rPr lang="en-US" sz="1600" dirty="0">
                <a:solidFill>
                  <a:schemeClr val="bg1"/>
                </a:solidFill>
                <a:latin typeface="Lucida Sans Typewriter" panose="020B0509030504030204" pitchFamily="49" charset="0"/>
                <a:cs typeface="Times New Roman" panose="02020603050405020304" pitchFamily="18" charset="0"/>
              </a:rPr>
              <a:t>  using email/password credentials via</a:t>
            </a:r>
          </a:p>
          <a:p>
            <a:pPr algn="just"/>
            <a:r>
              <a:rPr lang="en-US" sz="1600" dirty="0">
                <a:solidFill>
                  <a:schemeClr val="bg1"/>
                </a:solidFill>
                <a:latin typeface="Lucida Sans Typewriter" panose="020B0509030504030204" pitchFamily="49" charset="0"/>
                <a:cs typeface="Times New Roman" panose="02020603050405020304" pitchFamily="18" charset="0"/>
              </a:rPr>
              <a:t>  </a:t>
            </a:r>
            <a:r>
              <a:rPr lang="en-US" sz="1600" dirty="0">
                <a:solidFill>
                  <a:schemeClr val="accent4">
                    <a:lumMod val="60000"/>
                    <a:lumOff val="40000"/>
                  </a:schemeClr>
                </a:solidFill>
                <a:latin typeface="Lucida Sans Typewriter" panose="020B0509030504030204" pitchFamily="49" charset="0"/>
                <a:cs typeface="Times New Roman" panose="02020603050405020304" pitchFamily="18" charset="0"/>
              </a:rPr>
              <a:t>Firebase Authentication</a:t>
            </a:r>
            <a:r>
              <a:rPr lang="en-US" sz="1600" dirty="0">
                <a:solidFill>
                  <a:schemeClr val="bg1"/>
                </a:solidFill>
                <a:latin typeface="Lucida Sans Typewriter" panose="020B0509030504030204" pitchFamily="49" charset="0"/>
                <a:cs typeface="Times New Roman" panose="02020603050405020304" pitchFamily="18" charset="0"/>
              </a:rPr>
              <a:t>.</a:t>
            </a:r>
            <a:endParaRPr kumimoji="0" lang="en-US" altLang="en-US" sz="1600" b="0" i="0" u="none" strike="noStrike" cap="none" normalizeH="0" baseline="0" dirty="0">
              <a:ln>
                <a:noFill/>
              </a:ln>
              <a:solidFill>
                <a:schemeClr val="bg1"/>
              </a:solidFill>
              <a:effectLst/>
              <a:latin typeface="Lucida Sans Typewriter" panose="020B0509030504030204" pitchFamily="49"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bg1"/>
              </a:solidFill>
              <a:effectLst/>
              <a:latin typeface="Lucida Sans Typewriter" panose="020B0509030504030204" pitchFamily="49"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chemeClr val="bg1"/>
                </a:solidFill>
                <a:effectLst/>
                <a:latin typeface="Lucida Sans Typewriter" panose="020B0509030504030204" pitchFamily="49" charset="0"/>
                <a:cs typeface="Times New Roman" panose="02020603050405020304" pitchFamily="18" charset="0"/>
              </a:rPr>
              <a:t>Modern UI/UX</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bg1"/>
                </a:solidFill>
                <a:effectLst/>
                <a:latin typeface="Lucida Sans Typewriter" panose="020B0509030504030204" pitchFamily="49" charset="0"/>
                <a:cs typeface="Times New Roman" panose="02020603050405020304" pitchFamily="18" charset="0"/>
              </a:rPr>
              <a:t>	Material </a:t>
            </a:r>
            <a:r>
              <a:rPr kumimoji="0" lang="en-US" altLang="en-US" sz="1600" b="0" i="0" u="none" strike="noStrike" cap="none" normalizeH="0" baseline="0" dirty="0">
                <a:ln>
                  <a:noFill/>
                </a:ln>
                <a:solidFill>
                  <a:schemeClr val="accent4">
                    <a:lumMod val="60000"/>
                    <a:lumOff val="40000"/>
                  </a:schemeClr>
                </a:solidFill>
                <a:effectLst/>
                <a:latin typeface="Lucida Sans Typewriter" panose="020B0509030504030204" pitchFamily="49" charset="0"/>
                <a:cs typeface="Times New Roman" panose="02020603050405020304" pitchFamily="18" charset="0"/>
              </a:rPr>
              <a:t>Design principles </a:t>
            </a:r>
            <a:r>
              <a:rPr kumimoji="0" lang="en-US" altLang="en-US" sz="1600" b="0" i="0" u="none" strike="noStrike" cap="none" normalizeH="0" baseline="0" dirty="0">
                <a:ln>
                  <a:noFill/>
                </a:ln>
                <a:solidFill>
                  <a:schemeClr val="bg1"/>
                </a:solidFill>
                <a:effectLst/>
                <a:latin typeface="Lucida Sans Typewriter" panose="020B0509030504030204" pitchFamily="49" charset="0"/>
                <a:cs typeface="Times New Roman" panose="02020603050405020304" pitchFamily="18" charset="0"/>
              </a:rPr>
              <a:t>guide</a:t>
            </a:r>
          </a:p>
          <a:p>
            <a:pPr marL="0" marR="0" lvl="0" indent="0" algn="l" defTabSz="914400" rtl="0" eaLnBrk="0" fontAlgn="base" latinLnBrk="0" hangingPunct="0">
              <a:lnSpc>
                <a:spcPct val="100000"/>
              </a:lnSpc>
              <a:spcBef>
                <a:spcPct val="0"/>
              </a:spcBef>
              <a:spcAft>
                <a:spcPct val="0"/>
              </a:spcAft>
              <a:buClrTx/>
              <a:buSzTx/>
              <a:tabLst/>
            </a:pPr>
            <a:r>
              <a:rPr lang="en-US" altLang="en-US" sz="1600" dirty="0">
                <a:solidFill>
                  <a:schemeClr val="bg1"/>
                </a:solidFill>
                <a:latin typeface="Lucida Sans Typewriter" panose="020B0509030504030204" pitchFamily="49" charset="0"/>
                <a:cs typeface="Times New Roman" panose="02020603050405020304" pitchFamily="18" charset="0"/>
              </a:rPr>
              <a:t>  </a:t>
            </a:r>
            <a:r>
              <a:rPr kumimoji="0" lang="en-US" altLang="en-US" sz="1600" b="0" i="0" u="none" strike="noStrike" cap="none" normalizeH="0" baseline="0" dirty="0">
                <a:ln>
                  <a:noFill/>
                </a:ln>
                <a:solidFill>
                  <a:schemeClr val="bg1"/>
                </a:solidFill>
                <a:effectLst/>
                <a:latin typeface="Lucida Sans Typewriter" panose="020B0509030504030204" pitchFamily="49" charset="0"/>
                <a:cs typeface="Times New Roman" panose="02020603050405020304" pitchFamily="18" charset="0"/>
              </a:rPr>
              <a:t>the app’s look and feel.</a:t>
            </a:r>
          </a:p>
          <a:p>
            <a:pPr marL="0" marR="0" lvl="0" indent="0" algn="l" defTabSz="914400" rtl="0" eaLnBrk="0" fontAlgn="base" latinLnBrk="0" hangingPunct="0">
              <a:lnSpc>
                <a:spcPct val="100000"/>
              </a:lnSpc>
              <a:spcBef>
                <a:spcPct val="0"/>
              </a:spcBef>
              <a:spcAft>
                <a:spcPct val="0"/>
              </a:spcAft>
              <a:buClrTx/>
              <a:buSzTx/>
              <a:tabLst/>
            </a:pPr>
            <a:endParaRPr lang="en-US" sz="1600" dirty="0">
              <a:solidFill>
                <a:schemeClr val="bg1"/>
              </a:solidFill>
              <a:latin typeface="Lucida Sans Typewriter" panose="020B0509030504030204" pitchFamily="49"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lang="en-US" sz="1600" b="1" dirty="0">
                <a:solidFill>
                  <a:schemeClr val="bg1"/>
                </a:solidFill>
                <a:latin typeface="Lucida Sans Typewriter" panose="020B0509030504030204" pitchFamily="49" charset="0"/>
                <a:cs typeface="Times New Roman" panose="02020603050405020304" pitchFamily="18" charset="0"/>
              </a:rPr>
              <a:t>Real time update</a:t>
            </a:r>
          </a:p>
          <a:p>
            <a:pPr marL="0" marR="0" lvl="0" indent="0" algn="l" defTabSz="914400" rtl="0" eaLnBrk="0" fontAlgn="base" latinLnBrk="0" hangingPunct="0">
              <a:lnSpc>
                <a:spcPct val="100000"/>
              </a:lnSpc>
              <a:spcBef>
                <a:spcPct val="0"/>
              </a:spcBef>
              <a:spcAft>
                <a:spcPct val="0"/>
              </a:spcAft>
              <a:buClrTx/>
              <a:buSzTx/>
              <a:tabLst/>
            </a:pPr>
            <a:r>
              <a:rPr lang="en-US" sz="1600" dirty="0">
                <a:solidFill>
                  <a:schemeClr val="bg1"/>
                </a:solidFill>
                <a:latin typeface="Lucida Sans Typewriter" panose="020B0509030504030204" pitchFamily="49" charset="0"/>
                <a:cs typeface="Times New Roman" panose="02020603050405020304" pitchFamily="18" charset="0"/>
              </a:rPr>
              <a:t>	Users can see the </a:t>
            </a:r>
            <a:r>
              <a:rPr lang="en-US" sz="1600" dirty="0">
                <a:solidFill>
                  <a:schemeClr val="accent4">
                    <a:lumMod val="60000"/>
                    <a:lumOff val="40000"/>
                  </a:schemeClr>
                </a:solidFill>
                <a:latin typeface="Lucida Sans Typewriter" panose="020B0509030504030204" pitchFamily="49" charset="0"/>
                <a:cs typeface="Times New Roman" panose="02020603050405020304" pitchFamily="18" charset="0"/>
              </a:rPr>
              <a:t>Realtime data</a:t>
            </a:r>
          </a:p>
          <a:p>
            <a:pPr marL="0" marR="0" lvl="0" indent="0" algn="l" defTabSz="914400" rtl="0" eaLnBrk="0" fontAlgn="base" latinLnBrk="0" hangingPunct="0">
              <a:lnSpc>
                <a:spcPct val="100000"/>
              </a:lnSpc>
              <a:spcBef>
                <a:spcPct val="0"/>
              </a:spcBef>
              <a:spcAft>
                <a:spcPct val="0"/>
              </a:spcAft>
              <a:buClrTx/>
              <a:buSzTx/>
              <a:tabLst/>
            </a:pPr>
            <a:r>
              <a:rPr lang="en-US" sz="1600" dirty="0">
                <a:solidFill>
                  <a:schemeClr val="bg1"/>
                </a:solidFill>
                <a:latin typeface="Lucida Sans Typewriter" panose="020B0509030504030204" pitchFamily="49" charset="0"/>
                <a:cs typeface="Times New Roman" panose="02020603050405020304" pitchFamily="18" charset="0"/>
              </a:rPr>
              <a:t>  via firebase cloud services</a:t>
            </a:r>
          </a:p>
          <a:p>
            <a:endParaRPr lang="en-IN" sz="1600" dirty="0">
              <a:solidFill>
                <a:schemeClr val="bg1"/>
              </a:solidFill>
              <a:latin typeface="Lucida Sans Typewriter" panose="020B0509030504030204" pitchFamily="49" charset="0"/>
            </a:endParaRPr>
          </a:p>
        </p:txBody>
      </p:sp>
      <p:sp>
        <p:nvSpPr>
          <p:cNvPr id="17" name="TextBox 16">
            <a:extLst>
              <a:ext uri="{FF2B5EF4-FFF2-40B4-BE49-F238E27FC236}">
                <a16:creationId xmlns:a16="http://schemas.microsoft.com/office/drawing/2014/main" id="{CC4BA85D-972F-52E1-ADCE-6AF4D3489FBD}"/>
              </a:ext>
            </a:extLst>
          </p:cNvPr>
          <p:cNvSpPr txBox="1"/>
          <p:nvPr/>
        </p:nvSpPr>
        <p:spPr>
          <a:xfrm>
            <a:off x="6864762" y="858947"/>
            <a:ext cx="2715491" cy="369332"/>
          </a:xfrm>
          <a:prstGeom prst="rect">
            <a:avLst/>
          </a:prstGeom>
          <a:noFill/>
        </p:spPr>
        <p:txBody>
          <a:bodyPr wrap="square" rtlCol="0">
            <a:spAutoFit/>
          </a:bodyPr>
          <a:lstStyle/>
          <a:p>
            <a:r>
              <a:rPr lang="en-IN" b="1" u="sng" dirty="0">
                <a:solidFill>
                  <a:schemeClr val="bg1"/>
                </a:solidFill>
                <a:latin typeface="Lucida Sans Typewriter" panose="020B0509030504030204" pitchFamily="49" charset="0"/>
              </a:rPr>
              <a:t>Advantages:</a:t>
            </a:r>
          </a:p>
        </p:txBody>
      </p:sp>
      <p:pic>
        <p:nvPicPr>
          <p:cNvPr id="29" name="Picture 28">
            <a:extLst>
              <a:ext uri="{FF2B5EF4-FFF2-40B4-BE49-F238E27FC236}">
                <a16:creationId xmlns:a16="http://schemas.microsoft.com/office/drawing/2014/main" id="{38A02673-AFFA-3344-7F5D-E5716112219E}"/>
              </a:ext>
            </a:extLst>
          </p:cNvPr>
          <p:cNvPicPr>
            <a:picLocks noChangeAspect="1"/>
          </p:cNvPicPr>
          <p:nvPr/>
        </p:nvPicPr>
        <p:blipFill>
          <a:blip r:embed="rId4">
            <a:alphaModFix amt="19000"/>
            <a:extLst>
              <a:ext uri="{BEBA8EAE-BF5A-486C-A8C5-ECC9F3942E4B}">
                <a14:imgProps xmlns:a14="http://schemas.microsoft.com/office/drawing/2010/main">
                  <a14:imgLayer r:embed="rId5">
                    <a14:imgEffect>
                      <a14:backgroundRemoval t="9744" b="95208" l="9744" r="89776">
                        <a14:foregroundMark x1="25719" y1="29393" x2="21725" y2="28435"/>
                        <a14:foregroundMark x1="25240" y1="39137" x2="25719" y2="38658"/>
                        <a14:foregroundMark x1="24920" y1="47923" x2="24920" y2="47284"/>
                        <a14:foregroundMark x1="24760" y1="57029" x2="24760" y2="56709"/>
                        <a14:foregroundMark x1="35463" y1="92013" x2="28914" y2="86102"/>
                        <a14:foregroundMark x1="28914" y1="86102" x2="21406" y2="83067"/>
                        <a14:foregroundMark x1="21406" y1="83067" x2="16134" y2="88019"/>
                        <a14:foregroundMark x1="16134" y1="88019" x2="22045" y2="94569"/>
                        <a14:foregroundMark x1="22045" y1="94569" x2="34984" y2="91853"/>
                        <a14:foregroundMark x1="54792" y1="95208" x2="54792" y2="95208"/>
                        <a14:foregroundMark x1="54792" y1="95208" x2="54792" y2="95208"/>
                        <a14:foregroundMark x1="50639" y1="55112" x2="32268" y2="54473"/>
                        <a14:foregroundMark x1="32268" y1="54473" x2="31150" y2="54792"/>
                        <a14:foregroundMark x1="36422" y1="54792" x2="30351" y2="54633"/>
                        <a14:foregroundMark x1="50639" y1="45367" x2="34185" y2="44728"/>
                        <a14:foregroundMark x1="34185" y1="44728" x2="29553" y2="45527"/>
                        <a14:foregroundMark x1="30511" y1="36422" x2="41214" y2="35623"/>
                        <a14:foregroundMark x1="41214" y1="35623" x2="50799" y2="35623"/>
                        <a14:foregroundMark x1="29233" y1="26358" x2="41693" y2="25879"/>
                        <a14:foregroundMark x1="41693" y1="25879" x2="49361" y2="25879"/>
                        <a14:foregroundMark x1="49361" y1="25879" x2="49840" y2="26038"/>
                        <a14:foregroundMark x1="63259" y1="20767" x2="63738" y2="12300"/>
                        <a14:foregroundMark x1="63738" y1="12300" x2="64217" y2="24760"/>
                        <a14:foregroundMark x1="64217" y1="24760" x2="55272" y2="40096"/>
                        <a14:foregroundMark x1="55272" y1="40096" x2="56709" y2="40096"/>
                        <a14:foregroundMark x1="56070" y1="42013" x2="53195" y2="32907"/>
                        <a14:foregroundMark x1="53195" y1="32907" x2="59265" y2="26677"/>
                        <a14:foregroundMark x1="59265" y1="26677" x2="64058" y2="26677"/>
                        <a14:foregroundMark x1="53674" y1="38019" x2="55911" y2="45527"/>
                        <a14:foregroundMark x1="55911" y1="45527" x2="58946" y2="47604"/>
                        <a14:foregroundMark x1="58946" y1="47604" x2="56709" y2="54313"/>
                        <a14:foregroundMark x1="56709" y1="54313" x2="57987" y2="47125"/>
                        <a14:foregroundMark x1="57987" y1="47125" x2="59265" y2="44089"/>
                        <a14:foregroundMark x1="68371" y1="52556" x2="68530" y2="47125"/>
                        <a14:backgroundMark x1="22524" y1="17572" x2="40895" y2="16134"/>
                        <a14:backgroundMark x1="40895" y1="16134" x2="45367" y2="16294"/>
                        <a14:backgroundMark x1="45367" y1="16294" x2="47604" y2="18051"/>
                      </a14:backgroundRemoval>
                    </a14:imgEffect>
                  </a14:imgLayer>
                </a14:imgProps>
              </a:ext>
              <a:ext uri="{28A0092B-C50C-407E-A947-70E740481C1C}">
                <a14:useLocalDpi xmlns:a14="http://schemas.microsoft.com/office/drawing/2010/main" val="0"/>
              </a:ext>
            </a:extLst>
          </a:blip>
          <a:stretch>
            <a:fillRect/>
          </a:stretch>
        </p:blipFill>
        <p:spPr>
          <a:xfrm>
            <a:off x="7072601" y="1934606"/>
            <a:ext cx="3950854" cy="3950854"/>
          </a:xfrm>
          <a:prstGeom prst="rect">
            <a:avLst/>
          </a:prstGeom>
        </p:spPr>
      </p:pic>
      <p:sp>
        <p:nvSpPr>
          <p:cNvPr id="19" name="Rectangle 1">
            <a:extLst>
              <a:ext uri="{FF2B5EF4-FFF2-40B4-BE49-F238E27FC236}">
                <a16:creationId xmlns:a16="http://schemas.microsoft.com/office/drawing/2014/main" id="{572BA650-CF29-CEB1-FA26-1A7B6344EA61}"/>
              </a:ext>
            </a:extLst>
          </p:cNvPr>
          <p:cNvSpPr>
            <a:spLocks noChangeArrowheads="1"/>
          </p:cNvSpPr>
          <p:nvPr/>
        </p:nvSpPr>
        <p:spPr bwMode="auto">
          <a:xfrm>
            <a:off x="6543675" y="1708227"/>
            <a:ext cx="54864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1" u="none" strike="noStrike" cap="none" normalizeH="0" baseline="0" dirty="0">
                <a:ln>
                  <a:noFill/>
                </a:ln>
                <a:solidFill>
                  <a:schemeClr val="bg1"/>
                </a:solidFill>
                <a:effectLst/>
                <a:latin typeface="Lucida Sans Typewriter" panose="020B0509030504030204" pitchFamily="49" charset="0"/>
              </a:rPr>
              <a:t>Better Sleep Awareness</a:t>
            </a:r>
            <a:br>
              <a:rPr kumimoji="0" lang="en-US" altLang="en-US" sz="1600" b="0" i="0" u="none" strike="noStrike" cap="none" normalizeH="0" baseline="0" dirty="0">
                <a:ln>
                  <a:noFill/>
                </a:ln>
                <a:solidFill>
                  <a:schemeClr val="bg1"/>
                </a:solidFill>
                <a:effectLst/>
                <a:latin typeface="Lucida Sans Typewriter" panose="020B0509030504030204" pitchFamily="49" charset="0"/>
              </a:rPr>
            </a:br>
            <a:r>
              <a:rPr kumimoji="0" lang="en-US" altLang="en-US" sz="1600" b="0" i="0" u="none" strike="noStrike" cap="none" normalizeH="0" baseline="0" dirty="0">
                <a:ln>
                  <a:noFill/>
                </a:ln>
                <a:solidFill>
                  <a:schemeClr val="bg1"/>
                </a:solidFill>
                <a:effectLst/>
                <a:latin typeface="Lucida Sans Typewriter" panose="020B0509030504030204" pitchFamily="49" charset="0"/>
              </a:rPr>
              <a:t>	Understand your </a:t>
            </a:r>
            <a:r>
              <a:rPr kumimoji="0" lang="en-US" altLang="en-US" sz="1600" b="0" i="0" u="none" strike="noStrike" cap="none" normalizeH="0" baseline="0" dirty="0">
                <a:ln>
                  <a:noFill/>
                </a:ln>
                <a:solidFill>
                  <a:schemeClr val="accent4">
                    <a:lumMod val="60000"/>
                    <a:lumOff val="40000"/>
                  </a:schemeClr>
                </a:solidFill>
                <a:effectLst/>
                <a:latin typeface="Lucida Sans Typewriter" panose="020B0509030504030204" pitchFamily="49" charset="0"/>
              </a:rPr>
              <a:t>sleep patterns</a:t>
            </a:r>
            <a:r>
              <a:rPr kumimoji="0" lang="en-US" altLang="en-US" sz="1600" b="0" i="0" u="none" strike="noStrike" cap="none" normalizeH="0" baseline="0" dirty="0">
                <a:ln>
                  <a:noFill/>
                </a:ln>
                <a:solidFill>
                  <a:schemeClr val="bg1"/>
                </a:solidFill>
                <a:effectLst/>
                <a:latin typeface="Lucida Sans Typewriter" panose="020B0509030504030204" pitchFamily="49" charset="0"/>
              </a:rPr>
              <a:t>,  </a:t>
            </a:r>
          </a:p>
          <a:p>
            <a:pPr marR="0" lvl="0" algn="l" defTabSz="914400" rtl="0" eaLnBrk="0" fontAlgn="base" latinLnBrk="0" hangingPunct="0">
              <a:lnSpc>
                <a:spcPct val="100000"/>
              </a:lnSpc>
              <a:spcBef>
                <a:spcPct val="0"/>
              </a:spcBef>
              <a:spcAft>
                <a:spcPct val="0"/>
              </a:spcAft>
              <a:buClrTx/>
              <a:buSzTx/>
              <a:tabLst/>
            </a:pPr>
            <a:r>
              <a:rPr lang="en-US" altLang="en-US" sz="1600" dirty="0">
                <a:solidFill>
                  <a:schemeClr val="bg1"/>
                </a:solidFill>
                <a:latin typeface="Lucida Sans Typewriter" panose="020B0509030504030204" pitchFamily="49" charset="0"/>
              </a:rPr>
              <a:t>    </a:t>
            </a:r>
            <a:r>
              <a:rPr kumimoji="0" lang="en-US" altLang="en-US" sz="1600" b="0" i="0" u="none" strike="noStrike" cap="none" normalizeH="0" baseline="0" dirty="0">
                <a:ln>
                  <a:noFill/>
                </a:ln>
                <a:solidFill>
                  <a:schemeClr val="bg1"/>
                </a:solidFill>
                <a:effectLst/>
                <a:latin typeface="Lucida Sans Typewriter" panose="020B0509030504030204" pitchFamily="49" charset="0"/>
              </a:rPr>
              <a:t>duration, and overall habits for </a:t>
            </a:r>
          </a:p>
          <a:p>
            <a:pPr marR="0" lvl="0" algn="l" defTabSz="914400" rtl="0" eaLnBrk="0" fontAlgn="base" latinLnBrk="0" hangingPunct="0">
              <a:lnSpc>
                <a:spcPct val="100000"/>
              </a:lnSpc>
              <a:spcBef>
                <a:spcPct val="0"/>
              </a:spcBef>
              <a:spcAft>
                <a:spcPct val="0"/>
              </a:spcAft>
              <a:buClrTx/>
              <a:buSzTx/>
              <a:tabLst/>
            </a:pPr>
            <a:r>
              <a:rPr lang="en-US" altLang="en-US" sz="1600" dirty="0">
                <a:solidFill>
                  <a:schemeClr val="bg1"/>
                </a:solidFill>
                <a:latin typeface="Lucida Sans Typewriter" panose="020B0509030504030204" pitchFamily="49" charset="0"/>
              </a:rPr>
              <a:t>    </a:t>
            </a:r>
            <a:r>
              <a:rPr kumimoji="0" lang="en-US" altLang="en-US" sz="1600" b="0" i="0" u="none" strike="noStrike" cap="none" normalizeH="0" baseline="0" dirty="0">
                <a:ln>
                  <a:noFill/>
                </a:ln>
                <a:solidFill>
                  <a:schemeClr val="bg1"/>
                </a:solidFill>
                <a:effectLst/>
                <a:latin typeface="Lucida Sans Typewriter" panose="020B0509030504030204" pitchFamily="49" charset="0"/>
              </a:rPr>
              <a:t>improved health.</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bg1"/>
              </a:solidFill>
              <a:effectLst/>
              <a:latin typeface="Lucida Sans Typewriter" panose="020B0509030504030204" pitchFamily="49"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1" u="none" strike="noStrike" cap="none" normalizeH="0" baseline="0" dirty="0">
                <a:ln>
                  <a:noFill/>
                </a:ln>
                <a:solidFill>
                  <a:schemeClr val="bg1"/>
                </a:solidFill>
                <a:effectLst/>
                <a:latin typeface="Lucida Sans Typewriter" panose="020B0509030504030204" pitchFamily="49" charset="0"/>
              </a:rPr>
              <a:t>Personalized Insights</a:t>
            </a:r>
            <a:br>
              <a:rPr kumimoji="0" lang="en-US" altLang="en-US" sz="1600" b="0" i="0" u="none" strike="noStrike" cap="none" normalizeH="0" baseline="0" dirty="0">
                <a:ln>
                  <a:noFill/>
                </a:ln>
                <a:solidFill>
                  <a:schemeClr val="bg1"/>
                </a:solidFill>
                <a:effectLst/>
                <a:latin typeface="Lucida Sans Typewriter" panose="020B0509030504030204" pitchFamily="49" charset="0"/>
              </a:rPr>
            </a:br>
            <a:r>
              <a:rPr kumimoji="0" lang="en-US" altLang="en-US" sz="1600" b="0" i="0" u="none" strike="noStrike" cap="none" normalizeH="0" baseline="0" dirty="0">
                <a:ln>
                  <a:noFill/>
                </a:ln>
                <a:solidFill>
                  <a:schemeClr val="bg1"/>
                </a:solidFill>
                <a:effectLst/>
                <a:latin typeface="Lucida Sans Typewriter" panose="020B0509030504030204" pitchFamily="49" charset="0"/>
              </a:rPr>
              <a:t>	Receive tailored recommendations </a:t>
            </a:r>
          </a:p>
          <a:p>
            <a:pPr marR="0" lvl="0" algn="l" defTabSz="914400" rtl="0" eaLnBrk="0" fontAlgn="base" latinLnBrk="0" hangingPunct="0">
              <a:lnSpc>
                <a:spcPct val="100000"/>
              </a:lnSpc>
              <a:spcBef>
                <a:spcPct val="0"/>
              </a:spcBef>
              <a:spcAft>
                <a:spcPct val="0"/>
              </a:spcAft>
              <a:buClrTx/>
              <a:buSzTx/>
              <a:tabLst/>
            </a:pPr>
            <a:r>
              <a:rPr lang="en-US" altLang="en-US" sz="1600" dirty="0">
                <a:solidFill>
                  <a:schemeClr val="bg1"/>
                </a:solidFill>
                <a:latin typeface="Lucida Sans Typewriter" panose="020B0509030504030204" pitchFamily="49" charset="0"/>
              </a:rPr>
              <a:t>     </a:t>
            </a:r>
            <a:r>
              <a:rPr kumimoji="0" lang="en-US" altLang="en-US" sz="1600" b="0" i="0" u="none" strike="noStrike" cap="none" normalizeH="0" baseline="0" dirty="0">
                <a:ln>
                  <a:noFill/>
                </a:ln>
                <a:solidFill>
                  <a:schemeClr val="bg1"/>
                </a:solidFill>
                <a:effectLst/>
                <a:latin typeface="Lucida Sans Typewriter" panose="020B0509030504030204" pitchFamily="49" charset="0"/>
              </a:rPr>
              <a:t>based on your sleep data to enhance </a:t>
            </a:r>
          </a:p>
          <a:p>
            <a:pPr marR="0" lvl="0" algn="l" defTabSz="914400" rtl="0" eaLnBrk="0" fontAlgn="base" latinLnBrk="0" hangingPunct="0">
              <a:lnSpc>
                <a:spcPct val="100000"/>
              </a:lnSpc>
              <a:spcBef>
                <a:spcPct val="0"/>
              </a:spcBef>
              <a:spcAft>
                <a:spcPct val="0"/>
              </a:spcAft>
              <a:buClrTx/>
              <a:buSzTx/>
              <a:tabLst/>
            </a:pPr>
            <a:r>
              <a:rPr lang="en-US" altLang="en-US" sz="1600" dirty="0">
                <a:solidFill>
                  <a:schemeClr val="bg1"/>
                </a:solidFill>
                <a:latin typeface="Lucida Sans Typewriter" panose="020B0509030504030204" pitchFamily="49" charset="0"/>
              </a:rPr>
              <a:t>     </a:t>
            </a:r>
            <a:r>
              <a:rPr kumimoji="0" lang="en-US" altLang="en-US" sz="1600" b="0" i="0" u="none" strike="noStrike" cap="none" normalizeH="0" baseline="0" dirty="0">
                <a:ln>
                  <a:noFill/>
                </a:ln>
                <a:solidFill>
                  <a:schemeClr val="bg1"/>
                </a:solidFill>
                <a:effectLst/>
                <a:latin typeface="Lucida Sans Typewriter" panose="020B0509030504030204" pitchFamily="49" charset="0"/>
              </a:rPr>
              <a:t>sleep hygiene.</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bg1"/>
              </a:solidFill>
              <a:effectLst/>
              <a:latin typeface="Lucida Sans Typewriter" panose="020B0509030504030204" pitchFamily="49"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1" u="none" strike="noStrike" cap="none" normalizeH="0" baseline="0" dirty="0">
                <a:ln>
                  <a:noFill/>
                </a:ln>
                <a:solidFill>
                  <a:schemeClr val="bg1"/>
                </a:solidFill>
                <a:effectLst/>
                <a:latin typeface="Lucida Sans Typewriter" panose="020B0509030504030204" pitchFamily="49" charset="0"/>
              </a:rPr>
              <a:t>Early Detection of Sleep Disorders</a:t>
            </a:r>
            <a:br>
              <a:rPr kumimoji="0" lang="en-US" altLang="en-US" sz="1600" b="0" i="0" u="none" strike="noStrike" cap="none" normalizeH="0" baseline="0" dirty="0">
                <a:ln>
                  <a:noFill/>
                </a:ln>
                <a:solidFill>
                  <a:schemeClr val="bg1"/>
                </a:solidFill>
                <a:effectLst/>
                <a:latin typeface="Lucida Sans Typewriter" panose="020B0509030504030204" pitchFamily="49" charset="0"/>
              </a:rPr>
            </a:br>
            <a:r>
              <a:rPr kumimoji="0" lang="en-US" altLang="en-US" sz="1600" b="0" i="0" u="none" strike="noStrike" cap="none" normalizeH="0" baseline="0" dirty="0">
                <a:ln>
                  <a:noFill/>
                </a:ln>
                <a:solidFill>
                  <a:schemeClr val="bg1"/>
                </a:solidFill>
                <a:effectLst/>
                <a:latin typeface="Lucida Sans Typewriter" panose="020B0509030504030204" pitchFamily="49" charset="0"/>
              </a:rPr>
              <a:t>	Spot irregularities like </a:t>
            </a:r>
            <a:r>
              <a:rPr kumimoji="0" lang="en-US" altLang="en-US" sz="1600" b="0" i="0" u="none" strike="noStrike" cap="none" normalizeH="0" baseline="0" dirty="0">
                <a:ln>
                  <a:noFill/>
                </a:ln>
                <a:solidFill>
                  <a:schemeClr val="accent4">
                    <a:lumMod val="60000"/>
                    <a:lumOff val="40000"/>
                  </a:schemeClr>
                </a:solidFill>
                <a:effectLst/>
                <a:latin typeface="Lucida Sans Typewriter" panose="020B0509030504030204" pitchFamily="49" charset="0"/>
              </a:rPr>
              <a:t>insomnia </a:t>
            </a:r>
          </a:p>
          <a:p>
            <a:pPr marR="0" lvl="0" algn="l" defTabSz="914400" rtl="0" eaLnBrk="0" fontAlgn="base" latinLnBrk="0" hangingPunct="0">
              <a:lnSpc>
                <a:spcPct val="100000"/>
              </a:lnSpc>
              <a:spcBef>
                <a:spcPct val="0"/>
              </a:spcBef>
              <a:spcAft>
                <a:spcPct val="0"/>
              </a:spcAft>
              <a:buClrTx/>
              <a:buSzTx/>
              <a:tabLst/>
            </a:pPr>
            <a:r>
              <a:rPr lang="en-US" altLang="en-US" sz="1600" dirty="0">
                <a:solidFill>
                  <a:schemeClr val="accent4">
                    <a:lumMod val="60000"/>
                    <a:lumOff val="40000"/>
                  </a:schemeClr>
                </a:solidFill>
                <a:latin typeface="Lucida Sans Typewriter" panose="020B0509030504030204" pitchFamily="49" charset="0"/>
              </a:rPr>
              <a:t> </a:t>
            </a:r>
            <a:r>
              <a:rPr kumimoji="0" lang="en-US" altLang="en-US" sz="1600" b="0" i="0" u="none" strike="noStrike" cap="none" normalizeH="0" baseline="0" dirty="0">
                <a:ln>
                  <a:noFill/>
                </a:ln>
                <a:solidFill>
                  <a:schemeClr val="accent4">
                    <a:lumMod val="60000"/>
                    <a:lumOff val="40000"/>
                  </a:schemeClr>
                </a:solidFill>
                <a:effectLst/>
                <a:latin typeface="Lucida Sans Typewriter" panose="020B0509030504030204" pitchFamily="49" charset="0"/>
              </a:rPr>
              <a:t>    or sleep apnea </a:t>
            </a:r>
            <a:r>
              <a:rPr kumimoji="0" lang="en-US" altLang="en-US" sz="1600" b="0" i="0" u="none" strike="noStrike" cap="none" normalizeH="0" baseline="0" dirty="0">
                <a:ln>
                  <a:noFill/>
                </a:ln>
                <a:solidFill>
                  <a:schemeClr val="bg1"/>
                </a:solidFill>
                <a:effectLst/>
                <a:latin typeface="Lucida Sans Typewriter" panose="020B0509030504030204" pitchFamily="49" charset="0"/>
              </a:rPr>
              <a:t>for early</a:t>
            </a:r>
            <a:r>
              <a:rPr lang="en-US" altLang="en-US" sz="1600" dirty="0">
                <a:solidFill>
                  <a:schemeClr val="bg1"/>
                </a:solidFill>
                <a:latin typeface="Lucida Sans Typewriter" panose="020B0509030504030204" pitchFamily="49" charset="0"/>
              </a:rPr>
              <a:t> </a:t>
            </a:r>
            <a:r>
              <a:rPr kumimoji="0" lang="en-US" altLang="en-US" sz="1600" b="0" i="0" u="none" strike="noStrike" cap="none" normalizeH="0" baseline="0" dirty="0">
                <a:ln>
                  <a:noFill/>
                </a:ln>
                <a:solidFill>
                  <a:schemeClr val="bg1"/>
                </a:solidFill>
                <a:effectLst/>
                <a:latin typeface="Lucida Sans Typewriter" panose="020B0509030504030204" pitchFamily="49" charset="0"/>
              </a:rPr>
              <a:t>intervention.</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bg1"/>
              </a:solidFill>
              <a:effectLst/>
              <a:latin typeface="Lucida Sans Typewriter" panose="020B0509030504030204" pitchFamily="49"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1" u="none" strike="noStrike" cap="none" normalizeH="0" baseline="0" dirty="0">
                <a:ln>
                  <a:noFill/>
                </a:ln>
                <a:solidFill>
                  <a:schemeClr val="bg1"/>
                </a:solidFill>
                <a:effectLst/>
                <a:latin typeface="Lucida Sans Typewriter" panose="020B0509030504030204" pitchFamily="49" charset="0"/>
              </a:rPr>
              <a:t>Enhanced Productivity and Mood</a:t>
            </a:r>
            <a:br>
              <a:rPr kumimoji="0" lang="en-US" altLang="en-US" sz="1600" b="0" i="0" u="none" strike="noStrike" cap="none" normalizeH="0" baseline="0" dirty="0">
                <a:ln>
                  <a:noFill/>
                </a:ln>
                <a:solidFill>
                  <a:schemeClr val="bg1"/>
                </a:solidFill>
                <a:effectLst/>
                <a:latin typeface="Lucida Sans Typewriter" panose="020B0509030504030204" pitchFamily="49" charset="0"/>
              </a:rPr>
            </a:br>
            <a:r>
              <a:rPr kumimoji="0" lang="en-US" altLang="en-US" sz="1600" b="0" i="0" u="none" strike="noStrike" cap="none" normalizeH="0" baseline="0" dirty="0">
                <a:ln>
                  <a:noFill/>
                </a:ln>
                <a:solidFill>
                  <a:schemeClr val="bg1"/>
                </a:solidFill>
                <a:effectLst/>
                <a:latin typeface="Lucida Sans Typewriter" panose="020B0509030504030204" pitchFamily="49" charset="0"/>
              </a:rPr>
              <a:t>	Improve mental clarity and mood by </a:t>
            </a:r>
          </a:p>
          <a:p>
            <a:pPr marR="0" lvl="0" algn="l" defTabSz="914400" rtl="0" eaLnBrk="0" fontAlgn="base" latinLnBrk="0" hangingPunct="0">
              <a:lnSpc>
                <a:spcPct val="100000"/>
              </a:lnSpc>
              <a:spcBef>
                <a:spcPct val="0"/>
              </a:spcBef>
              <a:spcAft>
                <a:spcPct val="0"/>
              </a:spcAft>
              <a:buClrTx/>
              <a:buSzTx/>
              <a:tabLst/>
            </a:pPr>
            <a:r>
              <a:rPr lang="en-US" altLang="en-US" sz="1600" dirty="0">
                <a:solidFill>
                  <a:schemeClr val="bg1"/>
                </a:solidFill>
                <a:latin typeface="Lucida Sans Typewriter" panose="020B0509030504030204" pitchFamily="49" charset="0"/>
              </a:rPr>
              <a:t>    </a:t>
            </a:r>
            <a:r>
              <a:rPr kumimoji="0" lang="en-US" altLang="en-US" sz="1600" b="0" i="0" u="none" strike="noStrike" cap="none" normalizeH="0" baseline="0" dirty="0">
                <a:ln>
                  <a:noFill/>
                </a:ln>
                <a:solidFill>
                  <a:schemeClr val="bg1"/>
                </a:solidFill>
                <a:effectLst/>
                <a:latin typeface="Lucida Sans Typewriter" panose="020B0509030504030204" pitchFamily="49" charset="0"/>
              </a:rPr>
              <a:t>achieving consistent, </a:t>
            </a:r>
            <a:r>
              <a:rPr kumimoji="0" lang="en-US" altLang="en-US" sz="1600" b="0" i="0" u="none" strike="noStrike" cap="none" normalizeH="0" baseline="0" dirty="0">
                <a:ln>
                  <a:noFill/>
                </a:ln>
                <a:solidFill>
                  <a:schemeClr val="accent4">
                    <a:lumMod val="60000"/>
                    <a:lumOff val="40000"/>
                  </a:schemeClr>
                </a:solidFill>
                <a:effectLst/>
                <a:latin typeface="Lucida Sans Typewriter" panose="020B0509030504030204" pitchFamily="49" charset="0"/>
              </a:rPr>
              <a:t>quality sleep.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bg1"/>
              </a:solidFill>
              <a:effectLst/>
              <a:latin typeface="Lucida Sans Typewriter" panose="020B0509030504030204" pitchFamily="49" charset="0"/>
            </a:endParaRPr>
          </a:p>
        </p:txBody>
      </p:sp>
      <p:pic>
        <p:nvPicPr>
          <p:cNvPr id="23" name="Picture 22">
            <a:extLst>
              <a:ext uri="{FF2B5EF4-FFF2-40B4-BE49-F238E27FC236}">
                <a16:creationId xmlns:a16="http://schemas.microsoft.com/office/drawing/2014/main" id="{DBF9453A-53F4-E33E-0465-CD4CA5F320F9}"/>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7969" b="48465" l="9112" r="22801"/>
                    </a14:imgEffect>
                  </a14:imgLayer>
                </a14:imgProps>
              </a:ext>
              <a:ext uri="{28A0092B-C50C-407E-A947-70E740481C1C}">
                <a14:useLocalDpi xmlns:a14="http://schemas.microsoft.com/office/drawing/2010/main" val="0"/>
              </a:ext>
            </a:extLst>
          </a:blip>
          <a:srcRect l="7401" t="14157" r="75488" b="47723"/>
          <a:stretch/>
        </p:blipFill>
        <p:spPr>
          <a:xfrm>
            <a:off x="281815" y="745761"/>
            <a:ext cx="428522" cy="954704"/>
          </a:xfrm>
          <a:prstGeom prst="rect">
            <a:avLst/>
          </a:prstGeom>
        </p:spPr>
      </p:pic>
      <p:pic>
        <p:nvPicPr>
          <p:cNvPr id="31" name="Picture 30">
            <a:extLst>
              <a:ext uri="{FF2B5EF4-FFF2-40B4-BE49-F238E27FC236}">
                <a16:creationId xmlns:a16="http://schemas.microsoft.com/office/drawing/2014/main" id="{F5826984-B22B-4B24-ECBF-32C3C24B15BC}"/>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backgroundMark x1="19169" y1="75240" x2="72843" y2="22684"/>
                        <a14:backgroundMark x1="30990" y1="68690" x2="43930" y2="55272"/>
                        <a14:backgroundMark x1="43930" y1="55272" x2="44089" y2="55272"/>
                        <a14:backgroundMark x1="57987" y1="46326" x2="84345" y2="46965"/>
                        <a14:backgroundMark x1="82907" y1="51278" x2="75240" y2="80351"/>
                        <a14:backgroundMark x1="56390" y1="83546" x2="29872" y2="84824"/>
                        <a14:backgroundMark x1="62141" y1="79872" x2="77955" y2="68371"/>
                        <a14:backgroundMark x1="47444" y1="80831" x2="38179" y2="83067"/>
                        <a14:backgroundMark x1="23003" y1="80032" x2="50160" y2="58786"/>
                        <a14:backgroundMark x1="58786" y1="47764" x2="69329" y2="48083"/>
                        <a14:backgroundMark x1="69329" y1="48083" x2="81470" y2="47604"/>
                        <a14:backgroundMark x1="19808" y1="82748" x2="28594" y2="82428"/>
                      </a14:backgroundRemoval>
                    </a14:imgEffect>
                  </a14:imgLayer>
                </a14:imgProps>
              </a:ext>
              <a:ext uri="{28A0092B-C50C-407E-A947-70E740481C1C}">
                <a14:useLocalDpi xmlns:a14="http://schemas.microsoft.com/office/drawing/2010/main" val="0"/>
              </a:ext>
            </a:extLst>
          </a:blip>
          <a:stretch>
            <a:fillRect/>
          </a:stretch>
        </p:blipFill>
        <p:spPr>
          <a:xfrm>
            <a:off x="6150467" y="578434"/>
            <a:ext cx="896177" cy="896177"/>
          </a:xfrm>
          <a:prstGeom prst="rect">
            <a:avLst/>
          </a:prstGeom>
        </p:spPr>
      </p:pic>
      <p:sp>
        <p:nvSpPr>
          <p:cNvPr id="2" name="Rectangle: Rounded Corners 1">
            <a:extLst>
              <a:ext uri="{FF2B5EF4-FFF2-40B4-BE49-F238E27FC236}">
                <a16:creationId xmlns:a16="http://schemas.microsoft.com/office/drawing/2014/main" id="{D1D37585-F228-D4E3-BE4C-80EB1ED3BB18}"/>
              </a:ext>
            </a:extLst>
          </p:cNvPr>
          <p:cNvSpPr/>
          <p:nvPr/>
        </p:nvSpPr>
        <p:spPr>
          <a:xfrm>
            <a:off x="5836636" y="695714"/>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86B8E048-25D2-23CE-8FFE-49EDFF0A0C1E}"/>
              </a:ext>
            </a:extLst>
          </p:cNvPr>
          <p:cNvSpPr/>
          <p:nvPr/>
        </p:nvSpPr>
        <p:spPr>
          <a:xfrm>
            <a:off x="5836636" y="1252217"/>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E051D206-704C-B87D-1F3F-C617605C40B4}"/>
              </a:ext>
            </a:extLst>
          </p:cNvPr>
          <p:cNvSpPr/>
          <p:nvPr/>
        </p:nvSpPr>
        <p:spPr>
          <a:xfrm>
            <a:off x="5849746" y="1844348"/>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C791F835-7832-F0C8-2716-D81FA164DF5F}"/>
              </a:ext>
            </a:extLst>
          </p:cNvPr>
          <p:cNvSpPr/>
          <p:nvPr/>
        </p:nvSpPr>
        <p:spPr>
          <a:xfrm>
            <a:off x="5849746" y="2400851"/>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427ABABC-43DD-73CB-758F-793B36FF8BD2}"/>
              </a:ext>
            </a:extLst>
          </p:cNvPr>
          <p:cNvSpPr/>
          <p:nvPr/>
        </p:nvSpPr>
        <p:spPr>
          <a:xfrm>
            <a:off x="5849746" y="2857397"/>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3D17FF7D-13F1-CA74-DFB3-8793EEB13291}"/>
              </a:ext>
            </a:extLst>
          </p:cNvPr>
          <p:cNvSpPr/>
          <p:nvPr/>
        </p:nvSpPr>
        <p:spPr>
          <a:xfrm>
            <a:off x="5849746" y="3413900"/>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74C98C52-CF34-22B6-BA75-CF23373AAE65}"/>
              </a:ext>
            </a:extLst>
          </p:cNvPr>
          <p:cNvSpPr/>
          <p:nvPr/>
        </p:nvSpPr>
        <p:spPr>
          <a:xfrm>
            <a:off x="5862856" y="4006031"/>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8F5F927D-6CD3-4D99-FDA7-160EF5841DD3}"/>
              </a:ext>
            </a:extLst>
          </p:cNvPr>
          <p:cNvSpPr/>
          <p:nvPr/>
        </p:nvSpPr>
        <p:spPr>
          <a:xfrm>
            <a:off x="5862856" y="4562534"/>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750435AD-DCE7-ADFE-5DB8-05C24F66BC7C}"/>
              </a:ext>
            </a:extLst>
          </p:cNvPr>
          <p:cNvSpPr/>
          <p:nvPr/>
        </p:nvSpPr>
        <p:spPr>
          <a:xfrm>
            <a:off x="5878043" y="5151488"/>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CE4E1AA2-348C-562B-2BD2-0F42FA484A0A}"/>
              </a:ext>
            </a:extLst>
          </p:cNvPr>
          <p:cNvSpPr/>
          <p:nvPr/>
        </p:nvSpPr>
        <p:spPr>
          <a:xfrm>
            <a:off x="5878043" y="5707991"/>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F3F7076A-2A70-3F37-633B-703143B34310}"/>
              </a:ext>
            </a:extLst>
          </p:cNvPr>
          <p:cNvSpPr/>
          <p:nvPr/>
        </p:nvSpPr>
        <p:spPr>
          <a:xfrm>
            <a:off x="5891153" y="6300122"/>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190740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5462A-41D5-9360-C79E-9E17D6DD30D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59CCEA7-C614-D1B0-0E40-772FD019F0CD}"/>
              </a:ext>
            </a:extLst>
          </p:cNvPr>
          <p:cNvSpPr/>
          <p:nvPr/>
        </p:nvSpPr>
        <p:spPr>
          <a:xfrm>
            <a:off x="0" y="0"/>
            <a:ext cx="6096000" cy="6858000"/>
          </a:xfrm>
          <a:prstGeom prst="rect">
            <a:avLst/>
          </a:prstGeom>
          <a:solidFill>
            <a:srgbClr val="1E2328"/>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5F4390EC-9CE7-B746-B78E-9B6CA28DB3B1}"/>
              </a:ext>
            </a:extLst>
          </p:cNvPr>
          <p:cNvSpPr txBox="1"/>
          <p:nvPr/>
        </p:nvSpPr>
        <p:spPr>
          <a:xfrm>
            <a:off x="754456" y="868508"/>
            <a:ext cx="3318235" cy="364780"/>
          </a:xfrm>
          <a:prstGeom prst="rect">
            <a:avLst/>
          </a:prstGeom>
          <a:noFill/>
        </p:spPr>
        <p:txBody>
          <a:bodyPr wrap="square" rtlCol="0">
            <a:spAutoFit/>
          </a:bodyPr>
          <a:lstStyle/>
          <a:p>
            <a:pPr algn="just">
              <a:lnSpc>
                <a:spcPct val="107000"/>
              </a:lnSpc>
              <a:spcAft>
                <a:spcPts val="800"/>
              </a:spcAft>
            </a:pPr>
            <a:r>
              <a:rPr lang="en-IN" b="1" u="sng" kern="100" dirty="0">
                <a:solidFill>
                  <a:schemeClr val="bg1"/>
                </a:solidFill>
                <a:latin typeface="Lucida Sans Typewriter" panose="020B0509030504030204" pitchFamily="49" charset="0"/>
                <a:ea typeface="Calibri" panose="020F0502020204030204" pitchFamily="34" charset="0"/>
                <a:cs typeface="Times New Roman" panose="02020603050405020304" pitchFamily="18" charset="0"/>
              </a:rPr>
              <a:t>S</a:t>
            </a:r>
            <a:r>
              <a:rPr lang="en-IN" b="1" u="sng" kern="100" dirty="0">
                <a:solidFill>
                  <a:schemeClr val="bg1"/>
                </a:solidFill>
                <a:effectLst/>
                <a:latin typeface="Lucida Sans Typewriter" panose="020B0509030504030204" pitchFamily="49" charset="0"/>
                <a:ea typeface="Calibri" panose="020F0502020204030204" pitchFamily="34" charset="0"/>
                <a:cs typeface="Times New Roman" panose="02020603050405020304" pitchFamily="18" charset="0"/>
              </a:rPr>
              <a:t>oftware Requirements:</a:t>
            </a:r>
            <a:endParaRPr lang="en-IN" u="sng" kern="100" dirty="0">
              <a:solidFill>
                <a:schemeClr val="bg1"/>
              </a:solidFill>
              <a:effectLst/>
              <a:latin typeface="Lucida Sans Typewriter" panose="020B0509030504030204" pitchFamily="49" charset="0"/>
              <a:ea typeface="Calibri" panose="020F0502020204030204" pitchFamily="34" charset="0"/>
              <a:cs typeface="Times New Roman" panose="02020603050405020304" pitchFamily="18" charset="0"/>
            </a:endParaRPr>
          </a:p>
        </p:txBody>
      </p:sp>
      <p:pic>
        <p:nvPicPr>
          <p:cNvPr id="25" name="Picture 24">
            <a:extLst>
              <a:ext uri="{FF2B5EF4-FFF2-40B4-BE49-F238E27FC236}">
                <a16:creationId xmlns:a16="http://schemas.microsoft.com/office/drawing/2014/main" id="{B7783330-5E50-2905-B7AB-5D49D18C67A8}"/>
              </a:ext>
            </a:extLst>
          </p:cNvPr>
          <p:cNvPicPr>
            <a:picLocks noChangeAspect="1"/>
          </p:cNvPicPr>
          <p:nvPr/>
        </p:nvPicPr>
        <p:blipFill>
          <a:blip r:embed="rId2">
            <a:alphaModFix amt="12000"/>
            <a:duotone>
              <a:prstClr val="black"/>
              <a:srgbClr val="D9C3A5">
                <a:tint val="50000"/>
                <a:satMod val="180000"/>
              </a:srgbClr>
            </a:duotone>
            <a:extLst>
              <a:ext uri="{BEBA8EAE-BF5A-486C-A8C5-ECC9F3942E4B}">
                <a14:imgProps xmlns:a14="http://schemas.microsoft.com/office/drawing/2010/main">
                  <a14:imgLayer r:embed="rId3">
                    <a14:imgEffect>
                      <a14:backgroundRemoval t="6667" b="94667" l="4000" r="90222">
                        <a14:foregroundMark x1="39556" y1="94667" x2="20000" y2="82667"/>
                        <a14:foregroundMark x1="20000" y1="82667" x2="9333" y2="56000"/>
                        <a14:foregroundMark x1="9333" y1="56000" x2="15111" y2="44889"/>
                        <a14:foregroundMark x1="50222" y1="45778" x2="33333" y2="61333"/>
                        <a14:foregroundMark x1="33333" y1="61333" x2="11556" y2="58222"/>
                        <a14:foregroundMark x1="11556" y1="58222" x2="17778" y2="32889"/>
                        <a14:foregroundMark x1="17778" y1="32889" x2="30667" y2="19111"/>
                        <a14:foregroundMark x1="15556" y1="31556" x2="32889" y2="33778"/>
                        <a14:foregroundMark x1="19556" y1="32444" x2="9333" y2="48000"/>
                        <a14:foregroundMark x1="9333" y1="48000" x2="9333" y2="48000"/>
                        <a14:foregroundMark x1="12000" y1="56889" x2="4444" y2="45333"/>
                        <a14:foregroundMark x1="15556" y1="43556" x2="31111" y2="16444"/>
                        <a14:foregroundMark x1="31111" y1="16444" x2="56889" y2="12000"/>
                        <a14:foregroundMark x1="56889" y1="12000" x2="77778" y2="22222"/>
                        <a14:foregroundMark x1="77778" y1="22222" x2="80000" y2="29778"/>
                        <a14:foregroundMark x1="13333" y1="54667" x2="8000" y2="49333"/>
                        <a14:foregroundMark x1="14222" y1="44000" x2="31556" y2="22222"/>
                        <a14:foregroundMark x1="32444" y1="21333" x2="49778" y2="6667"/>
                        <a14:foregroundMark x1="61778" y1="21778" x2="65778" y2="27556"/>
                        <a14:foregroundMark x1="80000" y1="29333" x2="86222" y2="58222"/>
                        <a14:foregroundMark x1="86222" y1="58222" x2="74667" y2="77333"/>
                        <a14:foregroundMark x1="73333" y1="31556" x2="74667" y2="40444"/>
                        <a14:foregroundMark x1="78667" y1="73333" x2="53778" y2="88889"/>
                        <a14:foregroundMark x1="53778" y1="88889" x2="35111" y2="88889"/>
                        <a14:foregroundMark x1="30667" y1="85333" x2="50222" y2="80444"/>
                        <a14:foregroundMark x1="44889" y1="84889" x2="52889" y2="82222"/>
                        <a14:foregroundMark x1="41333" y1="81778" x2="22222" y2="72889"/>
                        <a14:foregroundMark x1="36000" y1="88000" x2="18667" y2="71111"/>
                        <a14:foregroundMark x1="18667" y1="71111" x2="18667" y2="71111"/>
                        <a14:foregroundMark x1="36000" y1="91556" x2="57333" y2="94667"/>
                        <a14:foregroundMark x1="85333" y1="70222" x2="90222" y2="49778"/>
                        <a14:backgroundMark x1="8465" y1="50429" x2="7735" y2="51334"/>
                        <a14:backgroundMark x1="15608" y1="64784" x2="16808" y2="66756"/>
                        <a14:backgroundMark x1="54559" y1="79061" x2="55456" y2="79143"/>
                      </a14:backgroundRemoval>
                    </a14:imgEffect>
                  </a14:imgLayer>
                </a14:imgProps>
              </a:ext>
              <a:ext uri="{28A0092B-C50C-407E-A947-70E740481C1C}">
                <a14:useLocalDpi xmlns:a14="http://schemas.microsoft.com/office/drawing/2010/main" val="0"/>
              </a:ext>
            </a:extLst>
          </a:blip>
          <a:stretch>
            <a:fillRect/>
          </a:stretch>
        </p:blipFill>
        <p:spPr>
          <a:xfrm>
            <a:off x="403522" y="1593857"/>
            <a:ext cx="4665502" cy="4665502"/>
          </a:xfrm>
          <a:prstGeom prst="rect">
            <a:avLst/>
          </a:prstGeom>
        </p:spPr>
      </p:pic>
      <p:sp>
        <p:nvSpPr>
          <p:cNvPr id="5" name="Rectangle 4">
            <a:extLst>
              <a:ext uri="{FF2B5EF4-FFF2-40B4-BE49-F238E27FC236}">
                <a16:creationId xmlns:a16="http://schemas.microsoft.com/office/drawing/2014/main" id="{FCD39FD0-645E-1A08-5BBA-426D24058F32}"/>
              </a:ext>
            </a:extLst>
          </p:cNvPr>
          <p:cNvSpPr/>
          <p:nvPr/>
        </p:nvSpPr>
        <p:spPr>
          <a:xfrm>
            <a:off x="6096000" y="0"/>
            <a:ext cx="6096000" cy="6858000"/>
          </a:xfrm>
          <a:prstGeom prst="rect">
            <a:avLst/>
          </a:prstGeom>
          <a:solidFill>
            <a:schemeClr val="tx1">
              <a:lumMod val="85000"/>
              <a:lumOff val="15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1" name="Picture 20">
            <a:extLst>
              <a:ext uri="{FF2B5EF4-FFF2-40B4-BE49-F238E27FC236}">
                <a16:creationId xmlns:a16="http://schemas.microsoft.com/office/drawing/2014/main" id="{15B9A0AE-D843-3078-3339-59C9222C3D95}"/>
              </a:ext>
            </a:extLst>
          </p:cNvPr>
          <p:cNvPicPr>
            <a:picLocks noChangeAspect="1"/>
          </p:cNvPicPr>
          <p:nvPr/>
        </p:nvPicPr>
        <p:blipFill>
          <a:blip r:embed="rId4">
            <a:alphaModFix amt="5000"/>
            <a:extLst>
              <a:ext uri="{BEBA8EAE-BF5A-486C-A8C5-ECC9F3942E4B}">
                <a14:imgProps xmlns:a14="http://schemas.microsoft.com/office/drawing/2010/main">
                  <a14:imgLayer r:embed="rId5">
                    <a14:imgEffect>
                      <a14:backgroundRemoval t="10000" b="90000" l="10000" r="90000">
                        <a14:foregroundMark x1="36741" y1="51757" x2="36741" y2="51757"/>
                        <a14:foregroundMark x1="36741" y1="51757" x2="22524" y2="79872"/>
                        <a14:foregroundMark x1="20932" y1="77796" x2="15176" y2="70288"/>
                        <a14:foregroundMark x1="22524" y1="79872" x2="20933" y2="77797"/>
                        <a14:foregroundMark x1="15176" y1="70288" x2="23003" y2="78115"/>
                        <a14:foregroundMark x1="23003" y1="78115" x2="18371" y2="68051"/>
                        <a14:foregroundMark x1="18371" y1="68051" x2="38339" y2="70607"/>
                        <a14:foregroundMark x1="38339" y1="70607" x2="43610" y2="53994"/>
                        <a14:foregroundMark x1="43610" y1="53994" x2="58946" y2="57668"/>
                        <a14:foregroundMark x1="58946" y1="57668" x2="59585" y2="44728"/>
                        <a14:foregroundMark x1="59585" y1="44728" x2="67572" y2="51917"/>
                        <a14:foregroundMark x1="67572" y1="51917" x2="66134" y2="36422"/>
                        <a14:foregroundMark x1="66134" y1="36422" x2="76837" y2="39776"/>
                        <a14:foregroundMark x1="76837" y1="39776" x2="66933" y2="53355"/>
                        <a14:foregroundMark x1="66933" y1="53355" x2="73163" y2="44569"/>
                        <a14:foregroundMark x1="73163" y1="44569" x2="81470" y2="45048"/>
                        <a14:foregroundMark x1="81470" y1="45048" x2="67572" y2="63259"/>
                        <a14:foregroundMark x1="67572" y1="63259" x2="52716" y2="71086"/>
                        <a14:foregroundMark x1="22793" y1="81011" x2="23482" y2="79233"/>
                        <a14:foregroundMark x1="25985" y1="84489" x2="26677" y2="85942"/>
                        <a14:foregroundMark x1="25819" y1="84141" x2="25973" y2="84465"/>
                        <a14:foregroundMark x1="23482" y1="79233" x2="23990" y2="80299"/>
                        <a14:backgroundMark x1="9904" y1="84824" x2="23642" y2="83067"/>
                        <a14:backgroundMark x1="23642" y1="83067" x2="19649" y2="88818"/>
                        <a14:backgroundMark x1="19649" y1="88818" x2="15974" y2="81310"/>
                        <a14:backgroundMark x1="15974" y1="81310" x2="19649" y2="80192"/>
                        <a14:backgroundMark x1="21406" y1="82907" x2="30351" y2="81150"/>
                        <a14:backgroundMark x1="59904" y1="78115" x2="67093" y2="78115"/>
                        <a14:backgroundMark x1="67093" y1="78115" x2="68850" y2="79073"/>
                        <a14:backgroundMark x1="90575" y1="55911" x2="81949" y2="55911"/>
                      </a14:backgroundRemoval>
                    </a14:imgEffect>
                  </a14:imgLayer>
                </a14:imgProps>
              </a:ext>
              <a:ext uri="{28A0092B-C50C-407E-A947-70E740481C1C}">
                <a14:useLocalDpi xmlns:a14="http://schemas.microsoft.com/office/drawing/2010/main" val="0"/>
              </a:ext>
            </a:extLst>
          </a:blip>
          <a:stretch>
            <a:fillRect/>
          </a:stretch>
        </p:blipFill>
        <p:spPr>
          <a:xfrm>
            <a:off x="5865091" y="524976"/>
            <a:ext cx="6858000" cy="6858000"/>
          </a:xfrm>
          <a:prstGeom prst="rect">
            <a:avLst/>
          </a:prstGeom>
        </p:spPr>
      </p:pic>
      <p:sp>
        <p:nvSpPr>
          <p:cNvPr id="7" name="TextBox 6">
            <a:extLst>
              <a:ext uri="{FF2B5EF4-FFF2-40B4-BE49-F238E27FC236}">
                <a16:creationId xmlns:a16="http://schemas.microsoft.com/office/drawing/2014/main" id="{AB3BE993-ACE0-2BE2-D0BA-BC7F44B429D8}"/>
              </a:ext>
            </a:extLst>
          </p:cNvPr>
          <p:cNvSpPr txBox="1"/>
          <p:nvPr/>
        </p:nvSpPr>
        <p:spPr>
          <a:xfrm>
            <a:off x="272473" y="2125925"/>
            <a:ext cx="5250873" cy="3691395"/>
          </a:xfrm>
          <a:prstGeom prst="rect">
            <a:avLst/>
          </a:prstGeom>
          <a:noFill/>
        </p:spPr>
        <p:txBody>
          <a:bodyPr wrap="square" rtlCol="0">
            <a:spAutoFit/>
          </a:bodyPr>
          <a:lstStyle/>
          <a:p>
            <a:pPr marL="285750" indent="-285750">
              <a:lnSpc>
                <a:spcPct val="107000"/>
              </a:lnSpc>
              <a:spcAft>
                <a:spcPts val="800"/>
              </a:spcAft>
              <a:buFont typeface="Wingdings" panose="05000000000000000000" pitchFamily="2" charset="2"/>
              <a:buChar char="ü"/>
            </a:pPr>
            <a:r>
              <a:rPr lang="en-IN" sz="1600" b="1" kern="100" dirty="0">
                <a:solidFill>
                  <a:schemeClr val="bg1"/>
                </a:solidFill>
                <a:effectLst/>
                <a:latin typeface="Lucida Sans Typewriter" panose="020B0509030504030204" pitchFamily="49" charset="0"/>
                <a:ea typeface="Calibri" panose="020F0502020204030204" pitchFamily="34" charset="0"/>
                <a:cs typeface="Times New Roman" panose="02020603050405020304" pitchFamily="18" charset="0"/>
              </a:rPr>
              <a:t>Android Studio</a:t>
            </a:r>
            <a:endParaRPr lang="en-IN" sz="1600" kern="100" dirty="0">
              <a:solidFill>
                <a:schemeClr val="bg1"/>
              </a:solidFill>
              <a:effectLst/>
              <a:latin typeface="Lucida Sans Typewriter" panose="020B0509030504030204" pitchFamily="49"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r>
              <a:rPr lang="en-IN" sz="1600" b="1" kern="100" dirty="0">
                <a:solidFill>
                  <a:schemeClr val="bg1"/>
                </a:solidFill>
                <a:effectLst/>
                <a:latin typeface="Lucida Sans Typewriter" panose="020B0509030504030204" pitchFamily="49" charset="0"/>
                <a:ea typeface="Calibri" panose="020F0502020204030204" pitchFamily="34" charset="0"/>
                <a:cs typeface="Times New Roman" panose="02020603050405020304" pitchFamily="18" charset="0"/>
              </a:rPr>
              <a:t>	Version</a:t>
            </a:r>
            <a:r>
              <a:rPr lang="en-IN" sz="1600" kern="100" dirty="0">
                <a:solidFill>
                  <a:schemeClr val="bg1"/>
                </a:solidFill>
                <a:effectLst/>
                <a:latin typeface="Lucida Sans Typewriter" panose="020B0509030504030204" pitchFamily="49" charset="0"/>
                <a:ea typeface="Calibri" panose="020F0502020204030204" pitchFamily="34" charset="0"/>
                <a:cs typeface="Times New Roman" panose="02020603050405020304" pitchFamily="18" charset="0"/>
              </a:rPr>
              <a:t>: Latest stable version </a:t>
            </a:r>
          </a:p>
          <a:p>
            <a:pPr marL="285750" lvl="0" indent="-285750">
              <a:lnSpc>
                <a:spcPct val="107000"/>
              </a:lnSpc>
              <a:spcAft>
                <a:spcPts val="800"/>
              </a:spcAft>
              <a:buSzPts val="1000"/>
              <a:buFont typeface="Wingdings" panose="05000000000000000000" pitchFamily="2" charset="2"/>
              <a:buChar char="ü"/>
              <a:tabLst>
                <a:tab pos="457200" algn="l"/>
              </a:tabLst>
            </a:pPr>
            <a:r>
              <a:rPr lang="en-IN" sz="1600" b="1" kern="100" dirty="0">
                <a:solidFill>
                  <a:schemeClr val="bg1"/>
                </a:solidFill>
                <a:effectLst/>
                <a:latin typeface="Lucida Sans Typewriter" panose="020B0509030504030204" pitchFamily="49" charset="0"/>
                <a:ea typeface="Calibri" panose="020F0502020204030204" pitchFamily="34" charset="0"/>
                <a:cs typeface="Times New Roman" panose="02020603050405020304" pitchFamily="18" charset="0"/>
              </a:rPr>
              <a:t>Kotlin</a:t>
            </a:r>
            <a:endParaRPr lang="en-IN" sz="1600" kern="100" dirty="0">
              <a:solidFill>
                <a:schemeClr val="bg1"/>
              </a:solidFill>
              <a:effectLst/>
              <a:latin typeface="Lucida Sans Typewriter" panose="020B0509030504030204" pitchFamily="49"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r>
              <a:rPr lang="en-IN" sz="1600" kern="100" dirty="0">
                <a:solidFill>
                  <a:schemeClr val="bg1"/>
                </a:solidFill>
                <a:effectLst/>
                <a:latin typeface="Lucida Sans Typewriter" panose="020B0509030504030204" pitchFamily="49" charset="0"/>
                <a:ea typeface="Calibri" panose="020F0502020204030204" pitchFamily="34" charset="0"/>
                <a:cs typeface="Times New Roman" panose="02020603050405020304" pitchFamily="18" charset="0"/>
              </a:rPr>
              <a:t>	Integrated within </a:t>
            </a:r>
            <a:r>
              <a:rPr lang="en-IN" sz="1600" kern="100" dirty="0">
                <a:solidFill>
                  <a:schemeClr val="accent4">
                    <a:lumMod val="60000"/>
                    <a:lumOff val="40000"/>
                  </a:schemeClr>
                </a:solidFill>
                <a:effectLst/>
                <a:latin typeface="Lucida Sans Typewriter" panose="020B0509030504030204" pitchFamily="49" charset="0"/>
                <a:ea typeface="Calibri" panose="020F0502020204030204" pitchFamily="34" charset="0"/>
                <a:cs typeface="Times New Roman" panose="02020603050405020304" pitchFamily="18" charset="0"/>
              </a:rPr>
              <a:t>Android Studio </a:t>
            </a:r>
            <a:r>
              <a:rPr lang="en-IN" sz="1600" kern="100" dirty="0">
                <a:solidFill>
                  <a:schemeClr val="bg1"/>
                </a:solidFill>
                <a:effectLst/>
                <a:latin typeface="Lucida Sans Typewriter" panose="020B0509030504030204" pitchFamily="49" charset="0"/>
                <a:ea typeface="Calibri" panose="020F0502020204030204" pitchFamily="34" charset="0"/>
                <a:cs typeface="Times New Roman" panose="02020603050405020304" pitchFamily="18" charset="0"/>
              </a:rPr>
              <a:t>as 	the primary programming language.</a:t>
            </a:r>
          </a:p>
          <a:p>
            <a:pPr lvl="0">
              <a:lnSpc>
                <a:spcPct val="107000"/>
              </a:lnSpc>
              <a:spcAft>
                <a:spcPts val="800"/>
              </a:spcAft>
              <a:buSzPts val="1000"/>
              <a:tabLst>
                <a:tab pos="457200" algn="l"/>
              </a:tabLst>
            </a:pPr>
            <a:r>
              <a:rPr lang="en-IN" sz="1600" kern="100" dirty="0">
                <a:solidFill>
                  <a:schemeClr val="bg1"/>
                </a:solidFill>
                <a:effectLst/>
                <a:latin typeface="Lucida Sans Typewriter" panose="020B0509030504030204" pitchFamily="49" charset="0"/>
                <a:ea typeface="Calibri" panose="020F0502020204030204" pitchFamily="34" charset="0"/>
                <a:cs typeface="Times New Roman" panose="02020603050405020304" pitchFamily="18" charset="0"/>
              </a:rPr>
              <a:t>	Ensure Kotlin is enabled in the 	project setup.</a:t>
            </a:r>
          </a:p>
          <a:p>
            <a:pPr marL="285750" indent="-285750">
              <a:lnSpc>
                <a:spcPct val="107000"/>
              </a:lnSpc>
              <a:spcAft>
                <a:spcPts val="800"/>
              </a:spcAft>
              <a:buFont typeface="Wingdings" panose="05000000000000000000" pitchFamily="2" charset="2"/>
              <a:buChar char="ü"/>
            </a:pPr>
            <a:r>
              <a:rPr lang="en-IN" sz="1600" b="1" kern="100" dirty="0">
                <a:solidFill>
                  <a:schemeClr val="bg1"/>
                </a:solidFill>
                <a:effectLst/>
                <a:latin typeface="Lucida Sans Typewriter" panose="020B0509030504030204" pitchFamily="49" charset="0"/>
                <a:ea typeface="Calibri" panose="020F0502020204030204" pitchFamily="34" charset="0"/>
                <a:cs typeface="Times New Roman" panose="02020603050405020304" pitchFamily="18" charset="0"/>
              </a:rPr>
              <a:t>Firebase</a:t>
            </a:r>
            <a:endParaRPr lang="en-IN" sz="1600" kern="100" dirty="0">
              <a:solidFill>
                <a:schemeClr val="bg1"/>
              </a:solidFill>
              <a:effectLst/>
              <a:latin typeface="Lucida Sans Typewriter" panose="020B0509030504030204" pitchFamily="49"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r>
              <a:rPr lang="en-IN" sz="1600" b="1" kern="100" dirty="0">
                <a:solidFill>
                  <a:schemeClr val="bg1"/>
                </a:solidFill>
                <a:effectLst/>
                <a:latin typeface="Lucida Sans Typewriter" panose="020B0509030504030204" pitchFamily="49" charset="0"/>
                <a:ea typeface="Calibri" panose="020F0502020204030204" pitchFamily="34" charset="0"/>
                <a:cs typeface="Times New Roman" panose="02020603050405020304" pitchFamily="18" charset="0"/>
              </a:rPr>
              <a:t>	</a:t>
            </a:r>
            <a:r>
              <a:rPr lang="en-IN" sz="1600" kern="100" dirty="0">
                <a:solidFill>
                  <a:schemeClr val="accent4">
                    <a:lumMod val="60000"/>
                    <a:lumOff val="40000"/>
                  </a:schemeClr>
                </a:solidFill>
                <a:effectLst/>
                <a:latin typeface="Lucida Sans Typewriter" panose="020B0509030504030204" pitchFamily="49" charset="0"/>
                <a:ea typeface="Calibri" panose="020F0502020204030204" pitchFamily="34" charset="0"/>
                <a:cs typeface="Times New Roman" panose="02020603050405020304" pitchFamily="18" charset="0"/>
              </a:rPr>
              <a:t>Authentication:</a:t>
            </a:r>
            <a:r>
              <a:rPr lang="en-IN" sz="1600" kern="100" dirty="0">
                <a:solidFill>
                  <a:schemeClr val="bg1"/>
                </a:solidFill>
                <a:effectLst/>
                <a:latin typeface="Lucida Sans Typewriter" panose="020B0509030504030204" pitchFamily="49" charset="0"/>
                <a:ea typeface="Calibri" panose="020F0502020204030204" pitchFamily="34" charset="0"/>
                <a:cs typeface="Times New Roman" panose="02020603050405020304" pitchFamily="18" charset="0"/>
              </a:rPr>
              <a:t> For secure user 	registration and login.</a:t>
            </a:r>
          </a:p>
          <a:p>
            <a:endParaRPr lang="en-IN" sz="1600" dirty="0">
              <a:solidFill>
                <a:schemeClr val="bg1"/>
              </a:solidFill>
              <a:latin typeface="Lucida Sans Typewriter" panose="020B0509030504030204" pitchFamily="49" charset="0"/>
            </a:endParaRPr>
          </a:p>
        </p:txBody>
      </p:sp>
      <p:sp>
        <p:nvSpPr>
          <p:cNvPr id="13" name="TextBox 12">
            <a:extLst>
              <a:ext uri="{FF2B5EF4-FFF2-40B4-BE49-F238E27FC236}">
                <a16:creationId xmlns:a16="http://schemas.microsoft.com/office/drawing/2014/main" id="{2303B873-2B28-FB97-7086-C2EB313A31C0}"/>
              </a:ext>
            </a:extLst>
          </p:cNvPr>
          <p:cNvSpPr txBox="1"/>
          <p:nvPr/>
        </p:nvSpPr>
        <p:spPr>
          <a:xfrm>
            <a:off x="6859692" y="858149"/>
            <a:ext cx="2394312" cy="369332"/>
          </a:xfrm>
          <a:prstGeom prst="rect">
            <a:avLst/>
          </a:prstGeom>
          <a:noFill/>
        </p:spPr>
        <p:txBody>
          <a:bodyPr wrap="square" rtlCol="0">
            <a:spAutoFit/>
          </a:bodyPr>
          <a:lstStyle/>
          <a:p>
            <a:r>
              <a:rPr lang="en-IN" sz="1800" b="1" u="sng" kern="100" dirty="0">
                <a:solidFill>
                  <a:schemeClr val="bg1"/>
                </a:solidFill>
                <a:effectLst/>
                <a:latin typeface="Lucida Sans Typewriter" panose="020B0509030504030204" pitchFamily="49" charset="0"/>
                <a:ea typeface="Calibri" panose="020F0502020204030204" pitchFamily="34" charset="0"/>
                <a:cs typeface="Times New Roman" panose="02020603050405020304" pitchFamily="18" charset="0"/>
              </a:rPr>
              <a:t>Existing System:</a:t>
            </a:r>
            <a:endParaRPr lang="en-IN" sz="1800" u="sng" kern="100" dirty="0">
              <a:solidFill>
                <a:schemeClr val="bg1"/>
              </a:solidFill>
              <a:effectLst/>
              <a:latin typeface="Lucida Sans Typewriter" panose="020B0509030504030204" pitchFamily="49" charset="0"/>
              <a:ea typeface="Calibri" panose="020F0502020204030204" pitchFamily="34" charset="0"/>
              <a:cs typeface="Times New Roman" panose="02020603050405020304" pitchFamily="18" charset="0"/>
            </a:endParaRPr>
          </a:p>
        </p:txBody>
      </p:sp>
      <p:sp>
        <p:nvSpPr>
          <p:cNvPr id="15" name="Rectangle 1">
            <a:extLst>
              <a:ext uri="{FF2B5EF4-FFF2-40B4-BE49-F238E27FC236}">
                <a16:creationId xmlns:a16="http://schemas.microsoft.com/office/drawing/2014/main" id="{F1B6E284-97BC-FD01-F905-C2AF8329FDF7}"/>
              </a:ext>
            </a:extLst>
          </p:cNvPr>
          <p:cNvSpPr>
            <a:spLocks noChangeArrowheads="1"/>
          </p:cNvSpPr>
          <p:nvPr/>
        </p:nvSpPr>
        <p:spPr bwMode="auto">
          <a:xfrm>
            <a:off x="6691746" y="2100627"/>
            <a:ext cx="5269345"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chemeClr val="bg1"/>
                </a:solidFill>
                <a:effectLst/>
                <a:latin typeface="Lucida Sans Typewriter" panose="020B0509030504030204" pitchFamily="49" charset="0"/>
              </a:rPr>
              <a:t>Battery Drain</a:t>
            </a:r>
            <a:br>
              <a:rPr kumimoji="0" lang="en-US" altLang="en-US" sz="1600" b="0" i="0" u="none" strike="noStrike" cap="none" normalizeH="0" baseline="0" dirty="0">
                <a:ln>
                  <a:noFill/>
                </a:ln>
                <a:solidFill>
                  <a:schemeClr val="bg1"/>
                </a:solidFill>
                <a:effectLst/>
                <a:latin typeface="Lucida Sans Typewriter" panose="020B0509030504030204" pitchFamily="49" charset="0"/>
              </a:rPr>
            </a:br>
            <a:r>
              <a:rPr kumimoji="0" lang="en-US" altLang="en-US" sz="1600" b="0" i="0" u="none" strike="noStrike" cap="none" normalizeH="0" baseline="0" dirty="0">
                <a:ln>
                  <a:noFill/>
                </a:ln>
                <a:solidFill>
                  <a:schemeClr val="bg1"/>
                </a:solidFill>
                <a:effectLst/>
                <a:latin typeface="Lucida Sans Typewriter" panose="020B0509030504030204" pitchFamily="49" charset="0"/>
              </a:rPr>
              <a:t>	Continuous tracking can drain 	</a:t>
            </a:r>
            <a:r>
              <a:rPr kumimoji="0" lang="en-US" altLang="en-US" sz="1600" b="0" i="0" u="none" strike="noStrike" cap="none" normalizeH="0" baseline="0" dirty="0">
                <a:ln>
                  <a:noFill/>
                </a:ln>
                <a:solidFill>
                  <a:schemeClr val="accent4">
                    <a:lumMod val="60000"/>
                    <a:lumOff val="40000"/>
                  </a:schemeClr>
                </a:solidFill>
                <a:effectLst/>
                <a:latin typeface="Lucida Sans Typewriter" panose="020B0509030504030204" pitchFamily="49" charset="0"/>
              </a:rPr>
              <a:t>phone battery</a:t>
            </a:r>
            <a:r>
              <a:rPr kumimoji="0" lang="en-US" altLang="en-US" sz="1600" b="0" i="0" u="none" strike="noStrike" cap="none" normalizeH="0" baseline="0" dirty="0">
                <a:ln>
                  <a:noFill/>
                </a:ln>
                <a:solidFill>
                  <a:schemeClr val="bg1"/>
                </a:solidFill>
                <a:effectLst/>
                <a:latin typeface="Lucida Sans Typewriter" panose="020B0509030504030204" pitchFamily="49" charset="0"/>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chemeClr val="bg1"/>
                </a:solidFill>
                <a:effectLst/>
                <a:latin typeface="Lucida Sans Typewriter" panose="020B0509030504030204" pitchFamily="49" charset="0"/>
              </a:rPr>
              <a:t>Privacy Concerns</a:t>
            </a:r>
            <a:br>
              <a:rPr kumimoji="0" lang="en-US" altLang="en-US" sz="1600" b="0" i="0" u="none" strike="noStrike" cap="none" normalizeH="0" baseline="0" dirty="0">
                <a:ln>
                  <a:noFill/>
                </a:ln>
                <a:solidFill>
                  <a:schemeClr val="bg1"/>
                </a:solidFill>
                <a:effectLst/>
                <a:latin typeface="Lucida Sans Typewriter" panose="020B0509030504030204" pitchFamily="49" charset="0"/>
              </a:rPr>
            </a:br>
            <a:r>
              <a:rPr kumimoji="0" lang="en-US" altLang="en-US" sz="1600" b="0" i="0" u="none" strike="noStrike" cap="none" normalizeH="0" baseline="0" dirty="0">
                <a:ln>
                  <a:noFill/>
                </a:ln>
                <a:solidFill>
                  <a:schemeClr val="bg1"/>
                </a:solidFill>
                <a:effectLst/>
                <a:latin typeface="Lucida Sans Typewriter" panose="020B0509030504030204" pitchFamily="49" charset="0"/>
              </a:rPr>
              <a:t>	Sensitive </a:t>
            </a:r>
            <a:r>
              <a:rPr kumimoji="0" lang="en-US" altLang="en-US" sz="1600" b="0" i="0" u="none" strike="noStrike" cap="none" normalizeH="0" baseline="0" dirty="0">
                <a:ln>
                  <a:noFill/>
                </a:ln>
                <a:solidFill>
                  <a:schemeClr val="accent4">
                    <a:lumMod val="60000"/>
                    <a:lumOff val="40000"/>
                  </a:schemeClr>
                </a:solidFill>
                <a:effectLst/>
                <a:latin typeface="Lucida Sans Typewriter" panose="020B0509030504030204" pitchFamily="49" charset="0"/>
              </a:rPr>
              <a:t>data may be mishandled</a:t>
            </a:r>
            <a:r>
              <a:rPr kumimoji="0" lang="en-US" altLang="en-US" sz="1600" b="0" i="0" u="none" strike="noStrike" cap="none" normalizeH="0" baseline="0" dirty="0">
                <a:ln>
                  <a:noFill/>
                </a:ln>
                <a:solidFill>
                  <a:schemeClr val="bg1"/>
                </a:solidFill>
                <a:effectLst/>
                <a:latin typeface="Lucida Sans Typewriter" panose="020B0509030504030204" pitchFamily="49"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chemeClr val="bg1"/>
                </a:solidFill>
                <a:effectLst/>
                <a:latin typeface="Lucida Sans Typewriter" panose="020B0509030504030204" pitchFamily="49" charset="0"/>
              </a:rPr>
              <a:t>User Discomfort</a:t>
            </a:r>
            <a:br>
              <a:rPr kumimoji="0" lang="en-US" altLang="en-US" sz="1600" b="0" i="0" u="none" strike="noStrike" cap="none" normalizeH="0" baseline="0" dirty="0">
                <a:ln>
                  <a:noFill/>
                </a:ln>
                <a:solidFill>
                  <a:schemeClr val="bg1"/>
                </a:solidFill>
                <a:effectLst/>
                <a:latin typeface="Lucida Sans Typewriter" panose="020B0509030504030204" pitchFamily="49" charset="0"/>
              </a:rPr>
            </a:br>
            <a:r>
              <a:rPr kumimoji="0" lang="en-US" altLang="en-US" sz="1600" b="0" i="0" u="none" strike="noStrike" cap="none" normalizeH="0" baseline="0" dirty="0">
                <a:ln>
                  <a:noFill/>
                </a:ln>
                <a:solidFill>
                  <a:schemeClr val="bg1"/>
                </a:solidFill>
                <a:effectLst/>
                <a:latin typeface="Lucida Sans Typewriter" panose="020B0509030504030204" pitchFamily="49" charset="0"/>
              </a:rPr>
              <a:t>	</a:t>
            </a:r>
            <a:r>
              <a:rPr lang="en-US" altLang="en-US" sz="1600" dirty="0">
                <a:solidFill>
                  <a:schemeClr val="bg1"/>
                </a:solidFill>
                <a:latin typeface="Lucida Sans Typewriter" panose="020B0509030504030204" pitchFamily="49" charset="0"/>
              </a:rPr>
              <a:t>Some w</a:t>
            </a:r>
            <a:r>
              <a:rPr kumimoji="0" lang="en-US" altLang="en-US" sz="1600" b="0" i="0" u="none" strike="noStrike" cap="none" normalizeH="0" baseline="0" dirty="0">
                <a:ln>
                  <a:noFill/>
                </a:ln>
                <a:solidFill>
                  <a:schemeClr val="bg1"/>
                </a:solidFill>
                <a:effectLst/>
                <a:latin typeface="Lucida Sans Typewriter" panose="020B0509030504030204" pitchFamily="49" charset="0"/>
              </a:rPr>
              <a:t>earing devices can disturb 	natural sleep.</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chemeClr val="bg1"/>
                </a:solidFill>
                <a:effectLst/>
                <a:latin typeface="Lucida Sans Typewriter" panose="020B0509030504030204" pitchFamily="49" charset="0"/>
              </a:rPr>
              <a:t>Generic Recommendations</a:t>
            </a:r>
            <a:br>
              <a:rPr kumimoji="0" lang="en-US" altLang="en-US" sz="1600" b="0" i="0" u="none" strike="noStrike" cap="none" normalizeH="0" baseline="0" dirty="0">
                <a:ln>
                  <a:noFill/>
                </a:ln>
                <a:solidFill>
                  <a:schemeClr val="bg1"/>
                </a:solidFill>
                <a:effectLst/>
                <a:latin typeface="Lucida Sans Typewriter" panose="020B0509030504030204" pitchFamily="49" charset="0"/>
              </a:rPr>
            </a:br>
            <a:r>
              <a:rPr kumimoji="0" lang="en-US" altLang="en-US" sz="1600" b="0" i="0" u="none" strike="noStrike" cap="none" normalizeH="0" baseline="0" dirty="0">
                <a:ln>
                  <a:noFill/>
                </a:ln>
                <a:solidFill>
                  <a:schemeClr val="bg1"/>
                </a:solidFill>
                <a:effectLst/>
                <a:latin typeface="Lucida Sans Typewriter" panose="020B0509030504030204" pitchFamily="49" charset="0"/>
              </a:rPr>
              <a:t>	Insights are often </a:t>
            </a:r>
            <a:r>
              <a:rPr kumimoji="0" lang="en-US" altLang="en-US" sz="1600" b="0" i="0" u="none" strike="noStrike" cap="none" normalizeH="0" baseline="0" dirty="0">
                <a:ln>
                  <a:noFill/>
                </a:ln>
                <a:solidFill>
                  <a:schemeClr val="accent4">
                    <a:lumMod val="60000"/>
                    <a:lumOff val="40000"/>
                  </a:schemeClr>
                </a:solidFill>
                <a:effectLst/>
                <a:latin typeface="Lucida Sans Typewriter" panose="020B0509030504030204" pitchFamily="49" charset="0"/>
              </a:rPr>
              <a:t>not deeply 	personalized</a:t>
            </a:r>
            <a:r>
              <a:rPr kumimoji="0" lang="en-US" altLang="en-US" sz="1600" b="0" i="0" u="none" strike="noStrike" cap="none" normalizeH="0" baseline="0" dirty="0">
                <a:ln>
                  <a:noFill/>
                </a:ln>
                <a:solidFill>
                  <a:schemeClr val="bg1"/>
                </a:solidFill>
                <a:effectLst/>
                <a:latin typeface="Lucida Sans Typewriter" panose="020B0509030504030204" pitchFamily="49" charset="0"/>
              </a:rPr>
              <a:t>.</a:t>
            </a:r>
          </a:p>
        </p:txBody>
      </p:sp>
      <p:pic>
        <p:nvPicPr>
          <p:cNvPr id="19" name="Picture 18">
            <a:extLst>
              <a:ext uri="{FF2B5EF4-FFF2-40B4-BE49-F238E27FC236}">
                <a16:creationId xmlns:a16="http://schemas.microsoft.com/office/drawing/2014/main" id="{06659A2E-1D6A-5E73-F604-D8E58BDDD0AA}"/>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75240" b="94728" l="73323" r="91853">
                        <a14:foregroundMark x1="77157" y1="84026" x2="85623" y2="85144"/>
                        <a14:foregroundMark x1="85623" y1="85144" x2="84345" y2="86741"/>
                        <a14:foregroundMark x1="81310" y1="85304" x2="84665" y2="77796"/>
                        <a14:foregroundMark x1="84665" y1="77796" x2="91853" y2="81789"/>
                        <a14:foregroundMark x1="91853" y1="81789" x2="91693" y2="84824"/>
                        <a14:foregroundMark x1="87380" y1="85623" x2="85783" y2="83387"/>
                        <a14:foregroundMark x1="85783" y1="83387" x2="85304" y2="83387"/>
                        <a14:foregroundMark x1="85144" y1="82428" x2="87540" y2="85463"/>
                        <a14:foregroundMark x1="82588" y1="86422" x2="84026" y2="82428"/>
                        <a14:foregroundMark x1="84026" y1="82428" x2="78275" y2="85144"/>
                        <a14:foregroundMark x1="78115" y1="87700" x2="79393" y2="86741"/>
                        <a14:foregroundMark x1="78594" y1="85463" x2="80511" y2="80990"/>
                        <a14:foregroundMark x1="81789" y1="82109" x2="88498" y2="84505"/>
                        <a14:foregroundMark x1="88498" y1="84505" x2="87700" y2="85144"/>
                        <a14:foregroundMark x1="87700" y1="85144" x2="89936" y2="83387"/>
                        <a14:foregroundMark x1="87859" y1="86581" x2="87700" y2="81949"/>
                        <a14:foregroundMark x1="83546" y1="76677" x2="83546" y2="75240"/>
                      </a14:backgroundRemoval>
                    </a14:imgEffect>
                  </a14:imgLayer>
                </a14:imgProps>
              </a:ext>
              <a:ext uri="{28A0092B-C50C-407E-A947-70E740481C1C}">
                <a14:useLocalDpi xmlns:a14="http://schemas.microsoft.com/office/drawing/2010/main" val="0"/>
              </a:ext>
            </a:extLst>
          </a:blip>
          <a:srcRect l="71153" t="73333" r="5694" b="2857"/>
          <a:stretch/>
        </p:blipFill>
        <p:spPr>
          <a:xfrm>
            <a:off x="76000" y="666797"/>
            <a:ext cx="743208" cy="764306"/>
          </a:xfrm>
          <a:prstGeom prst="rect">
            <a:avLst/>
          </a:prstGeom>
        </p:spPr>
      </p:pic>
      <p:pic>
        <p:nvPicPr>
          <p:cNvPr id="6" name="Picture 5">
            <a:extLst>
              <a:ext uri="{FF2B5EF4-FFF2-40B4-BE49-F238E27FC236}">
                <a16:creationId xmlns:a16="http://schemas.microsoft.com/office/drawing/2014/main" id="{9946109D-616E-F784-2C3C-9703B583AB2A}"/>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1403" b="24847" l="62636" r="74636"/>
                    </a14:imgEffect>
                  </a14:imgLayer>
                </a14:imgProps>
              </a:ext>
              <a:ext uri="{28A0092B-C50C-407E-A947-70E740481C1C}">
                <a14:useLocalDpi xmlns:a14="http://schemas.microsoft.com/office/drawing/2010/main" val="0"/>
              </a:ext>
            </a:extLst>
          </a:blip>
          <a:srcRect l="61136" t="9723" r="23864" b="73472"/>
          <a:stretch/>
        </p:blipFill>
        <p:spPr>
          <a:xfrm>
            <a:off x="6318306" y="649422"/>
            <a:ext cx="682224" cy="764307"/>
          </a:xfrm>
          <a:prstGeom prst="rect">
            <a:avLst/>
          </a:prstGeom>
        </p:spPr>
      </p:pic>
      <p:sp>
        <p:nvSpPr>
          <p:cNvPr id="8" name="Rectangle: Rounded Corners 7">
            <a:extLst>
              <a:ext uri="{FF2B5EF4-FFF2-40B4-BE49-F238E27FC236}">
                <a16:creationId xmlns:a16="http://schemas.microsoft.com/office/drawing/2014/main" id="{6471F11C-2C23-C356-9020-BCB0FC63AC78}"/>
              </a:ext>
            </a:extLst>
          </p:cNvPr>
          <p:cNvSpPr/>
          <p:nvPr/>
        </p:nvSpPr>
        <p:spPr>
          <a:xfrm>
            <a:off x="5836636" y="695714"/>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EB55501E-B22E-CDBD-A17A-5E949A442858}"/>
              </a:ext>
            </a:extLst>
          </p:cNvPr>
          <p:cNvSpPr/>
          <p:nvPr/>
        </p:nvSpPr>
        <p:spPr>
          <a:xfrm>
            <a:off x="5836636" y="1252217"/>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0822BBE3-1CAB-BD0C-E7F3-5A400E43284C}"/>
              </a:ext>
            </a:extLst>
          </p:cNvPr>
          <p:cNvSpPr/>
          <p:nvPr/>
        </p:nvSpPr>
        <p:spPr>
          <a:xfrm>
            <a:off x="5849746" y="1844348"/>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D7FA0058-6366-6FCE-832D-36F961C8D5D1}"/>
              </a:ext>
            </a:extLst>
          </p:cNvPr>
          <p:cNvSpPr/>
          <p:nvPr/>
        </p:nvSpPr>
        <p:spPr>
          <a:xfrm>
            <a:off x="5849746" y="2400851"/>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9B64C701-650D-3184-58AE-7D6C15927F2A}"/>
              </a:ext>
            </a:extLst>
          </p:cNvPr>
          <p:cNvSpPr/>
          <p:nvPr/>
        </p:nvSpPr>
        <p:spPr>
          <a:xfrm>
            <a:off x="5849746" y="2857397"/>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6565D94E-06AB-7277-CCA1-F403A90C6BC0}"/>
              </a:ext>
            </a:extLst>
          </p:cNvPr>
          <p:cNvSpPr/>
          <p:nvPr/>
        </p:nvSpPr>
        <p:spPr>
          <a:xfrm>
            <a:off x="5849746" y="3413900"/>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4689F7A3-BC89-9552-A63E-DA7E9E6E0EFA}"/>
              </a:ext>
            </a:extLst>
          </p:cNvPr>
          <p:cNvSpPr/>
          <p:nvPr/>
        </p:nvSpPr>
        <p:spPr>
          <a:xfrm>
            <a:off x="5862856" y="4006031"/>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F3DBC7E8-ED40-3DED-8847-707DC6D55BE6}"/>
              </a:ext>
            </a:extLst>
          </p:cNvPr>
          <p:cNvSpPr/>
          <p:nvPr/>
        </p:nvSpPr>
        <p:spPr>
          <a:xfrm>
            <a:off x="5862856" y="4562534"/>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FA794272-CA67-A775-34DF-233BB5996ED5}"/>
              </a:ext>
            </a:extLst>
          </p:cNvPr>
          <p:cNvSpPr/>
          <p:nvPr/>
        </p:nvSpPr>
        <p:spPr>
          <a:xfrm>
            <a:off x="5878043" y="5151488"/>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1E7F1B07-3D8B-C3A5-52FD-DED384C501A6}"/>
              </a:ext>
            </a:extLst>
          </p:cNvPr>
          <p:cNvSpPr/>
          <p:nvPr/>
        </p:nvSpPr>
        <p:spPr>
          <a:xfrm>
            <a:off x="5878043" y="5707991"/>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Rounded Corners 21">
            <a:extLst>
              <a:ext uri="{FF2B5EF4-FFF2-40B4-BE49-F238E27FC236}">
                <a16:creationId xmlns:a16="http://schemas.microsoft.com/office/drawing/2014/main" id="{8CDF5A56-EA45-FF87-3870-626971634EA2}"/>
              </a:ext>
            </a:extLst>
          </p:cNvPr>
          <p:cNvSpPr/>
          <p:nvPr/>
        </p:nvSpPr>
        <p:spPr>
          <a:xfrm>
            <a:off x="5891153" y="6300122"/>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488599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9D601-2294-18E7-9FB2-DC4CCA6098A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B7DA5D-8B16-1B22-3F41-AE3A1E0B992C}"/>
              </a:ext>
            </a:extLst>
          </p:cNvPr>
          <p:cNvSpPr/>
          <p:nvPr/>
        </p:nvSpPr>
        <p:spPr>
          <a:xfrm>
            <a:off x="0" y="0"/>
            <a:ext cx="6096000" cy="6858000"/>
          </a:xfrm>
          <a:prstGeom prst="rect">
            <a:avLst/>
          </a:prstGeom>
          <a:solidFill>
            <a:srgbClr val="1E2328"/>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6FB46756-B297-9C23-DA17-DBF89CE16852}"/>
              </a:ext>
            </a:extLst>
          </p:cNvPr>
          <p:cNvSpPr txBox="1"/>
          <p:nvPr/>
        </p:nvSpPr>
        <p:spPr>
          <a:xfrm>
            <a:off x="754456" y="854638"/>
            <a:ext cx="3318235" cy="364780"/>
          </a:xfrm>
          <a:prstGeom prst="rect">
            <a:avLst/>
          </a:prstGeom>
          <a:noFill/>
        </p:spPr>
        <p:txBody>
          <a:bodyPr wrap="square" rtlCol="0">
            <a:spAutoFit/>
          </a:bodyPr>
          <a:lstStyle/>
          <a:p>
            <a:pPr algn="just">
              <a:lnSpc>
                <a:spcPct val="107000"/>
              </a:lnSpc>
              <a:spcAft>
                <a:spcPts val="800"/>
              </a:spcAft>
            </a:pPr>
            <a:r>
              <a:rPr lang="en-IN" b="1" u="sng" kern="100" dirty="0">
                <a:solidFill>
                  <a:schemeClr val="bg1"/>
                </a:solidFill>
                <a:latin typeface="Lucida Sans Typewriter" panose="020B0509030504030204" pitchFamily="49" charset="0"/>
                <a:ea typeface="Calibri" panose="020F0502020204030204" pitchFamily="34" charset="0"/>
                <a:cs typeface="Times New Roman" panose="02020603050405020304" pitchFamily="18" charset="0"/>
              </a:rPr>
              <a:t>P</a:t>
            </a:r>
            <a:r>
              <a:rPr lang="en-IN" b="1" u="sng" kern="100" dirty="0">
                <a:solidFill>
                  <a:schemeClr val="bg1"/>
                </a:solidFill>
                <a:effectLst/>
                <a:latin typeface="Lucida Sans Typewriter" panose="020B0509030504030204" pitchFamily="49" charset="0"/>
                <a:ea typeface="Calibri" panose="020F0502020204030204" pitchFamily="34" charset="0"/>
                <a:cs typeface="Times New Roman" panose="02020603050405020304" pitchFamily="18" charset="0"/>
              </a:rPr>
              <a:t>rogram:</a:t>
            </a:r>
            <a:endParaRPr lang="en-IN" u="sng" kern="100" dirty="0">
              <a:solidFill>
                <a:schemeClr val="bg1"/>
              </a:solidFill>
              <a:effectLst/>
              <a:latin typeface="Lucida Sans Typewriter" panose="020B0509030504030204" pitchFamily="49"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4960651F-8E36-50EE-8CB1-5120B0BCCA7F}"/>
              </a:ext>
            </a:extLst>
          </p:cNvPr>
          <p:cNvSpPr/>
          <p:nvPr/>
        </p:nvSpPr>
        <p:spPr>
          <a:xfrm>
            <a:off x="6096000" y="0"/>
            <a:ext cx="6096000" cy="6858000"/>
          </a:xfrm>
          <a:prstGeom prst="rect">
            <a:avLst/>
          </a:prstGeom>
          <a:solidFill>
            <a:schemeClr val="tx1">
              <a:lumMod val="85000"/>
              <a:lumOff val="15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TextBox 12">
            <a:extLst>
              <a:ext uri="{FF2B5EF4-FFF2-40B4-BE49-F238E27FC236}">
                <a16:creationId xmlns:a16="http://schemas.microsoft.com/office/drawing/2014/main" id="{52642BC9-2C00-AAEA-97CA-CD27AFCB6006}"/>
              </a:ext>
            </a:extLst>
          </p:cNvPr>
          <p:cNvSpPr txBox="1"/>
          <p:nvPr/>
        </p:nvSpPr>
        <p:spPr>
          <a:xfrm>
            <a:off x="276557" y="1182369"/>
            <a:ext cx="5394903" cy="5696111"/>
          </a:xfrm>
          <a:prstGeom prst="rect">
            <a:avLst/>
          </a:prstGeom>
          <a:noFill/>
        </p:spPr>
        <p:txBody>
          <a:bodyPr wrap="square" rtlCol="0">
            <a:spAutoFit/>
          </a:bodyPr>
          <a:lstStyle/>
          <a:p>
            <a:pPr algn="l">
              <a:lnSpc>
                <a:spcPts val="3381"/>
              </a:lnSpc>
            </a:pPr>
            <a:r>
              <a:rPr lang="en-US" sz="1600" b="1" dirty="0">
                <a:solidFill>
                  <a:schemeClr val="bg1"/>
                </a:solidFill>
                <a:latin typeface="Lucida Sans Typewriter" panose="020B0509030504030204" pitchFamily="49" charset="0"/>
                <a:ea typeface="Nunito Sans Bold"/>
                <a:cs typeface="Nunito Sans Bold"/>
                <a:sym typeface="Nunito Sans Bold"/>
              </a:rPr>
              <a:t>1. User Data Class:</a:t>
            </a:r>
          </a:p>
          <a:p>
            <a:pPr algn="l">
              <a:lnSpc>
                <a:spcPts val="3381"/>
              </a:lnSpc>
            </a:pPr>
            <a:r>
              <a:rPr lang="en-US" sz="1600" dirty="0">
                <a:solidFill>
                  <a:schemeClr val="bg1"/>
                </a:solidFill>
                <a:latin typeface="Lucida Sans Typewriter" panose="020B0509030504030204" pitchFamily="49" charset="0"/>
                <a:ea typeface="Nunito Sans"/>
                <a:cs typeface="Nunito Sans"/>
                <a:sym typeface="Nunito Sans"/>
              </a:rPr>
              <a:t>   This class represents a user and their details, like their first name, last name, email, and password. It's marked as a "Room Entity," meaning it will be saved in the database as a table.</a:t>
            </a:r>
          </a:p>
          <a:p>
            <a:pPr algn="l">
              <a:lnSpc>
                <a:spcPts val="3381"/>
              </a:lnSpc>
            </a:pPr>
            <a:endParaRPr lang="en-US" sz="1600" dirty="0">
              <a:solidFill>
                <a:schemeClr val="bg1"/>
              </a:solidFill>
              <a:latin typeface="Lucida Sans Typewriter" panose="020B0509030504030204" pitchFamily="49" charset="0"/>
              <a:ea typeface="Nunito Sans"/>
              <a:cs typeface="Nunito Sans"/>
              <a:sym typeface="Nunito Sans"/>
            </a:endParaRPr>
          </a:p>
          <a:p>
            <a:pPr algn="l">
              <a:lnSpc>
                <a:spcPts val="3381"/>
              </a:lnSpc>
            </a:pPr>
            <a:r>
              <a:rPr lang="en-US" sz="1600" b="1" dirty="0">
                <a:solidFill>
                  <a:schemeClr val="bg1"/>
                </a:solidFill>
                <a:latin typeface="Lucida Sans Typewriter" panose="020B0509030504030204" pitchFamily="49" charset="0"/>
                <a:ea typeface="Nunito Sans Bold"/>
                <a:cs typeface="Nunito Sans Bold"/>
                <a:sym typeface="Nunito Sans Bold"/>
              </a:rPr>
              <a:t>2. </a:t>
            </a:r>
            <a:r>
              <a:rPr lang="en-US" sz="1600" b="1" dirty="0" err="1">
                <a:solidFill>
                  <a:schemeClr val="bg1"/>
                </a:solidFill>
                <a:latin typeface="Lucida Sans Typewriter" panose="020B0509030504030204" pitchFamily="49" charset="0"/>
                <a:ea typeface="Nunito Sans Bold"/>
                <a:cs typeface="Nunito Sans Bold"/>
                <a:sym typeface="Nunito Sans Bold"/>
              </a:rPr>
              <a:t>UserDatabase</a:t>
            </a:r>
            <a:r>
              <a:rPr lang="en-US" sz="1600" b="1" dirty="0">
                <a:solidFill>
                  <a:schemeClr val="bg1"/>
                </a:solidFill>
                <a:latin typeface="Lucida Sans Typewriter" panose="020B0509030504030204" pitchFamily="49" charset="0"/>
                <a:ea typeface="Nunito Sans Bold"/>
                <a:cs typeface="Nunito Sans Bold"/>
                <a:sym typeface="Nunito Sans Bold"/>
              </a:rPr>
              <a:t> Class:</a:t>
            </a:r>
          </a:p>
          <a:p>
            <a:pPr algn="l">
              <a:lnSpc>
                <a:spcPts val="3381"/>
              </a:lnSpc>
            </a:pPr>
            <a:r>
              <a:rPr lang="en-US" sz="1600" dirty="0">
                <a:solidFill>
                  <a:schemeClr val="bg1"/>
                </a:solidFill>
                <a:latin typeface="Lucida Sans Typewriter" panose="020B0509030504030204" pitchFamily="49" charset="0"/>
                <a:ea typeface="Nunito Sans"/>
                <a:cs typeface="Nunito Sans"/>
                <a:sym typeface="Nunito Sans"/>
              </a:rPr>
              <a:t>    This class sets up the Room database. It connects to the database and allows you to access the User data. It makes sure only one instance of the database is used throughout the app.</a:t>
            </a:r>
          </a:p>
        </p:txBody>
      </p:sp>
      <p:pic>
        <p:nvPicPr>
          <p:cNvPr id="18" name="Picture 17">
            <a:extLst>
              <a:ext uri="{FF2B5EF4-FFF2-40B4-BE49-F238E27FC236}">
                <a16:creationId xmlns:a16="http://schemas.microsoft.com/office/drawing/2014/main" id="{CF9243B3-BB2B-90CA-7CD3-8FA055F621BF}"/>
              </a:ext>
            </a:extLst>
          </p:cNvPr>
          <p:cNvPicPr>
            <a:picLocks noChangeAspect="1"/>
          </p:cNvPicPr>
          <p:nvPr/>
        </p:nvPicPr>
        <p:blipFill>
          <a:blip r:embed="rId2">
            <a:alphaModFix amt="7000"/>
            <a:extLst>
              <a:ext uri="{BEBA8EAE-BF5A-486C-A8C5-ECC9F3942E4B}">
                <a14:imgProps xmlns:a14="http://schemas.microsoft.com/office/drawing/2010/main">
                  <a14:imgLayer r:embed="rId3">
                    <a14:imgEffect>
                      <a14:backgroundRemoval t="10000" b="90000" l="10000" r="90000">
                        <a14:foregroundMark x1="28275" y1="33706" x2="32109" y2="26997"/>
                        <a14:foregroundMark x1="32109" y1="26997" x2="26198" y2="24281"/>
                        <a14:foregroundMark x1="26198" y1="24281" x2="33546" y2="25879"/>
                        <a14:foregroundMark x1="33546" y1="25879" x2="26198" y2="24121"/>
                        <a14:foregroundMark x1="76837" y1="61022" x2="80032" y2="54473"/>
                        <a14:foregroundMark x1="80032" y1="54473" x2="77157" y2="53994"/>
                        <a14:foregroundMark x1="78754" y1="27955" x2="76038" y2="21885"/>
                        <a14:foregroundMark x1="76038" y1="21885" x2="78914" y2="20288"/>
                      </a14:backgroundRemoval>
                    </a14:imgEffect>
                  </a14:imgLayer>
                </a14:imgProps>
              </a:ext>
              <a:ext uri="{28A0092B-C50C-407E-A947-70E740481C1C}">
                <a14:useLocalDpi xmlns:a14="http://schemas.microsoft.com/office/drawing/2010/main" val="0"/>
              </a:ext>
            </a:extLst>
          </a:blip>
          <a:stretch>
            <a:fillRect/>
          </a:stretch>
        </p:blipFill>
        <p:spPr>
          <a:xfrm>
            <a:off x="69974" y="1037028"/>
            <a:ext cx="5281929" cy="5281929"/>
          </a:xfrm>
          <a:prstGeom prst="rect">
            <a:avLst/>
          </a:prstGeom>
        </p:spPr>
      </p:pic>
      <p:pic>
        <p:nvPicPr>
          <p:cNvPr id="19" name="Picture 18">
            <a:extLst>
              <a:ext uri="{FF2B5EF4-FFF2-40B4-BE49-F238E27FC236}">
                <a16:creationId xmlns:a16="http://schemas.microsoft.com/office/drawing/2014/main" id="{D4CE6FF2-4030-E733-639E-8B9D60EC67C0}"/>
              </a:ext>
            </a:extLst>
          </p:cNvPr>
          <p:cNvPicPr>
            <a:picLocks noChangeAspect="1"/>
          </p:cNvPicPr>
          <p:nvPr/>
        </p:nvPicPr>
        <p:blipFill>
          <a:blip r:embed="rId2">
            <a:alphaModFix amt="7000"/>
            <a:extLst>
              <a:ext uri="{BEBA8EAE-BF5A-486C-A8C5-ECC9F3942E4B}">
                <a14:imgProps xmlns:a14="http://schemas.microsoft.com/office/drawing/2010/main">
                  <a14:imgLayer r:embed="rId3">
                    <a14:imgEffect>
                      <a14:backgroundRemoval t="10000" b="90000" l="10000" r="90000">
                        <a14:foregroundMark x1="28275" y1="33706" x2="32109" y2="26997"/>
                        <a14:foregroundMark x1="32109" y1="26997" x2="26198" y2="24281"/>
                        <a14:foregroundMark x1="26198" y1="24281" x2="33546" y2="25879"/>
                        <a14:foregroundMark x1="33546" y1="25879" x2="26198" y2="24121"/>
                        <a14:foregroundMark x1="76837" y1="61022" x2="80032" y2="54473"/>
                        <a14:foregroundMark x1="80032" y1="54473" x2="77157" y2="53994"/>
                        <a14:foregroundMark x1="78754" y1="27955" x2="76038" y2="21885"/>
                        <a14:foregroundMark x1="76038" y1="21885" x2="78914" y2="20288"/>
                      </a14:backgroundRemoval>
                    </a14:imgEffect>
                  </a14:imgLayer>
                </a14:imgProps>
              </a:ext>
              <a:ext uri="{28A0092B-C50C-407E-A947-70E740481C1C}">
                <a14:useLocalDpi xmlns:a14="http://schemas.microsoft.com/office/drawing/2010/main" val="0"/>
              </a:ext>
            </a:extLst>
          </a:blip>
          <a:stretch>
            <a:fillRect/>
          </a:stretch>
        </p:blipFill>
        <p:spPr>
          <a:xfrm>
            <a:off x="6485531" y="1216514"/>
            <a:ext cx="5281929" cy="5281929"/>
          </a:xfrm>
          <a:prstGeom prst="rect">
            <a:avLst/>
          </a:prstGeom>
        </p:spPr>
      </p:pic>
      <p:pic>
        <p:nvPicPr>
          <p:cNvPr id="6" name="Picture 5">
            <a:extLst>
              <a:ext uri="{FF2B5EF4-FFF2-40B4-BE49-F238E27FC236}">
                <a16:creationId xmlns:a16="http://schemas.microsoft.com/office/drawing/2014/main" id="{1135850E-19F5-24A4-5D8E-39C5F0A2777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28789" b="45646" l="53131" r="70159"/>
                    </a14:imgEffect>
                  </a14:imgLayer>
                </a14:imgProps>
              </a:ext>
              <a:ext uri="{28A0092B-C50C-407E-A947-70E740481C1C}">
                <a14:useLocalDpi xmlns:a14="http://schemas.microsoft.com/office/drawing/2010/main" val="0"/>
              </a:ext>
            </a:extLst>
          </a:blip>
          <a:srcRect l="51002" t="26682" r="27713" b="52247"/>
          <a:stretch/>
        </p:blipFill>
        <p:spPr>
          <a:xfrm>
            <a:off x="235272" y="659941"/>
            <a:ext cx="632612" cy="626243"/>
          </a:xfrm>
          <a:prstGeom prst="rect">
            <a:avLst/>
          </a:prstGeom>
        </p:spPr>
      </p:pic>
      <p:sp>
        <p:nvSpPr>
          <p:cNvPr id="8" name="Rectangle: Rounded Corners 7">
            <a:extLst>
              <a:ext uri="{FF2B5EF4-FFF2-40B4-BE49-F238E27FC236}">
                <a16:creationId xmlns:a16="http://schemas.microsoft.com/office/drawing/2014/main" id="{183DF6BD-3E2B-5FBA-D574-477E29BA7164}"/>
              </a:ext>
            </a:extLst>
          </p:cNvPr>
          <p:cNvSpPr/>
          <p:nvPr/>
        </p:nvSpPr>
        <p:spPr>
          <a:xfrm>
            <a:off x="5836636" y="695714"/>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19C586BE-8D95-C7A2-9DBF-C376F2A2AA07}"/>
              </a:ext>
            </a:extLst>
          </p:cNvPr>
          <p:cNvSpPr/>
          <p:nvPr/>
        </p:nvSpPr>
        <p:spPr>
          <a:xfrm>
            <a:off x="5836636" y="1252217"/>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1264EA6A-9544-F467-2679-B1CA64BF193A}"/>
              </a:ext>
            </a:extLst>
          </p:cNvPr>
          <p:cNvSpPr/>
          <p:nvPr/>
        </p:nvSpPr>
        <p:spPr>
          <a:xfrm>
            <a:off x="5849746" y="1844348"/>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FE54595B-F523-219E-DEBB-F68AFB6A0EFD}"/>
              </a:ext>
            </a:extLst>
          </p:cNvPr>
          <p:cNvSpPr/>
          <p:nvPr/>
        </p:nvSpPr>
        <p:spPr>
          <a:xfrm>
            <a:off x="5849746" y="2400851"/>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30876406-2005-BF54-71C0-370D11B729ED}"/>
              </a:ext>
            </a:extLst>
          </p:cNvPr>
          <p:cNvSpPr/>
          <p:nvPr/>
        </p:nvSpPr>
        <p:spPr>
          <a:xfrm>
            <a:off x="5849746" y="2857397"/>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4C0ADF37-8E77-A9E2-AFA1-E60403EC9147}"/>
              </a:ext>
            </a:extLst>
          </p:cNvPr>
          <p:cNvSpPr/>
          <p:nvPr/>
        </p:nvSpPr>
        <p:spPr>
          <a:xfrm>
            <a:off x="5849746" y="3413900"/>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DFB018CF-AD1E-5835-2445-01F37A83E960}"/>
              </a:ext>
            </a:extLst>
          </p:cNvPr>
          <p:cNvSpPr/>
          <p:nvPr/>
        </p:nvSpPr>
        <p:spPr>
          <a:xfrm>
            <a:off x="5862856" y="4006031"/>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4EF19DCB-C8B8-6568-C382-FDFF5D0541E5}"/>
              </a:ext>
            </a:extLst>
          </p:cNvPr>
          <p:cNvSpPr/>
          <p:nvPr/>
        </p:nvSpPr>
        <p:spPr>
          <a:xfrm>
            <a:off x="5862856" y="4562534"/>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C73327AB-88BE-0D65-A72D-A9B8FAA5A773}"/>
              </a:ext>
            </a:extLst>
          </p:cNvPr>
          <p:cNvSpPr/>
          <p:nvPr/>
        </p:nvSpPr>
        <p:spPr>
          <a:xfrm>
            <a:off x="5878043" y="5151488"/>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Rounded Corners 20">
            <a:extLst>
              <a:ext uri="{FF2B5EF4-FFF2-40B4-BE49-F238E27FC236}">
                <a16:creationId xmlns:a16="http://schemas.microsoft.com/office/drawing/2014/main" id="{9C15A013-C1C5-7473-A721-1D08053D6F4C}"/>
              </a:ext>
            </a:extLst>
          </p:cNvPr>
          <p:cNvSpPr/>
          <p:nvPr/>
        </p:nvSpPr>
        <p:spPr>
          <a:xfrm>
            <a:off x="5878043" y="5707991"/>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Rounded Corners 21">
            <a:extLst>
              <a:ext uri="{FF2B5EF4-FFF2-40B4-BE49-F238E27FC236}">
                <a16:creationId xmlns:a16="http://schemas.microsoft.com/office/drawing/2014/main" id="{3B973712-A541-7276-8113-A6BE0B92C489}"/>
              </a:ext>
            </a:extLst>
          </p:cNvPr>
          <p:cNvSpPr/>
          <p:nvPr/>
        </p:nvSpPr>
        <p:spPr>
          <a:xfrm>
            <a:off x="5891153" y="6300122"/>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C5B8BF37-DC3A-116B-596F-558A35B17707}"/>
              </a:ext>
            </a:extLst>
          </p:cNvPr>
          <p:cNvSpPr txBox="1"/>
          <p:nvPr/>
        </p:nvSpPr>
        <p:spPr>
          <a:xfrm>
            <a:off x="6662020" y="1287640"/>
            <a:ext cx="5394903" cy="4824078"/>
          </a:xfrm>
          <a:prstGeom prst="rect">
            <a:avLst/>
          </a:prstGeom>
          <a:noFill/>
        </p:spPr>
        <p:txBody>
          <a:bodyPr wrap="square" rtlCol="0">
            <a:spAutoFit/>
          </a:bodyPr>
          <a:lstStyle/>
          <a:p>
            <a:pPr algn="l">
              <a:lnSpc>
                <a:spcPts val="3381"/>
              </a:lnSpc>
            </a:pPr>
            <a:r>
              <a:rPr lang="en-US" sz="1600" b="1" dirty="0">
                <a:solidFill>
                  <a:schemeClr val="bg1"/>
                </a:solidFill>
                <a:latin typeface="Lucida Sans Typewriter" panose="020B0509030504030204" pitchFamily="49" charset="0"/>
                <a:ea typeface="Nunito Sans Bold"/>
                <a:cs typeface="Nunito Sans Bold"/>
                <a:sym typeface="Nunito Sans Bold"/>
              </a:rPr>
              <a:t>3. </a:t>
            </a:r>
            <a:r>
              <a:rPr lang="en-US" sz="1600" b="1" dirty="0" err="1">
                <a:solidFill>
                  <a:schemeClr val="bg1"/>
                </a:solidFill>
                <a:latin typeface="Lucida Sans Typewriter" panose="020B0509030504030204" pitchFamily="49" charset="0"/>
                <a:ea typeface="Nunito Sans Bold"/>
                <a:cs typeface="Nunito Sans Bold"/>
                <a:sym typeface="Nunito Sans Bold"/>
              </a:rPr>
              <a:t>UserDatabaseHelper</a:t>
            </a:r>
            <a:r>
              <a:rPr lang="en-US" sz="1600" b="1" dirty="0">
                <a:solidFill>
                  <a:schemeClr val="bg1"/>
                </a:solidFill>
                <a:latin typeface="Lucida Sans Typewriter" panose="020B0509030504030204" pitchFamily="49" charset="0"/>
                <a:ea typeface="Nunito Sans Bold"/>
                <a:cs typeface="Nunito Sans Bold"/>
                <a:sym typeface="Nunito Sans Bold"/>
              </a:rPr>
              <a:t> Class:</a:t>
            </a:r>
          </a:p>
          <a:p>
            <a:pPr algn="l">
              <a:lnSpc>
                <a:spcPts val="3381"/>
              </a:lnSpc>
            </a:pPr>
            <a:r>
              <a:rPr lang="en-US" sz="1600" dirty="0">
                <a:solidFill>
                  <a:schemeClr val="bg1"/>
                </a:solidFill>
                <a:latin typeface="Lucida Sans Typewriter" panose="020B0509030504030204" pitchFamily="49" charset="0"/>
                <a:ea typeface="Nunito Sans"/>
                <a:cs typeface="Nunito Sans"/>
                <a:sym typeface="Nunito Sans"/>
              </a:rPr>
              <a:t>     This class uses the older way of managing databases in Android, called </a:t>
            </a:r>
            <a:r>
              <a:rPr lang="en-US" sz="1600" dirty="0" err="1">
                <a:solidFill>
                  <a:schemeClr val="bg1"/>
                </a:solidFill>
                <a:latin typeface="Lucida Sans Typewriter" panose="020B0509030504030204" pitchFamily="49" charset="0"/>
                <a:ea typeface="Nunito Sans"/>
                <a:cs typeface="Nunito Sans"/>
                <a:sym typeface="Nunito Sans"/>
              </a:rPr>
              <a:t>SQLiteOpenHelper</a:t>
            </a:r>
            <a:r>
              <a:rPr lang="en-US" sz="1600" dirty="0">
                <a:solidFill>
                  <a:schemeClr val="bg1"/>
                </a:solidFill>
                <a:latin typeface="Lucida Sans Typewriter" panose="020B0509030504030204" pitchFamily="49" charset="0"/>
                <a:ea typeface="Nunito Sans"/>
                <a:cs typeface="Nunito Sans"/>
                <a:sym typeface="Nunito Sans"/>
              </a:rPr>
              <a:t>. It manually creates the database and handles inserting and getting user data with SQL queries.</a:t>
            </a:r>
          </a:p>
          <a:p>
            <a:pPr algn="l">
              <a:lnSpc>
                <a:spcPts val="3381"/>
              </a:lnSpc>
            </a:pPr>
            <a:r>
              <a:rPr lang="en-US" sz="1600" b="1" dirty="0">
                <a:solidFill>
                  <a:schemeClr val="bg1"/>
                </a:solidFill>
                <a:latin typeface="Lucida Sans Typewriter" panose="020B0509030504030204" pitchFamily="49" charset="0"/>
                <a:ea typeface="Nunito Sans Bold"/>
                <a:cs typeface="Nunito Sans Bold"/>
                <a:sym typeface="Nunito Sans Bold"/>
              </a:rPr>
              <a:t>4. Room vs. </a:t>
            </a:r>
            <a:r>
              <a:rPr lang="en-US" sz="1600" b="1" dirty="0" err="1">
                <a:solidFill>
                  <a:schemeClr val="bg1"/>
                </a:solidFill>
                <a:latin typeface="Lucida Sans Typewriter" panose="020B0509030504030204" pitchFamily="49" charset="0"/>
                <a:ea typeface="Nunito Sans Bold"/>
                <a:cs typeface="Nunito Sans Bold"/>
                <a:sym typeface="Nunito Sans Bold"/>
              </a:rPr>
              <a:t>SQLiteOpenHelper</a:t>
            </a:r>
            <a:r>
              <a:rPr lang="en-US" sz="1600" b="1" dirty="0">
                <a:solidFill>
                  <a:schemeClr val="bg1"/>
                </a:solidFill>
                <a:latin typeface="Lucida Sans Typewriter" panose="020B0509030504030204" pitchFamily="49" charset="0"/>
                <a:ea typeface="Nunito Sans Bold"/>
                <a:cs typeface="Nunito Sans Bold"/>
                <a:sym typeface="Nunito Sans Bold"/>
              </a:rPr>
              <a:t>:</a:t>
            </a:r>
          </a:p>
          <a:p>
            <a:pPr marL="276533" lvl="1" algn="l">
              <a:lnSpc>
                <a:spcPts val="3381"/>
              </a:lnSpc>
            </a:pPr>
            <a:r>
              <a:rPr lang="en-US" sz="1600" dirty="0">
                <a:solidFill>
                  <a:schemeClr val="bg1"/>
                </a:solidFill>
                <a:latin typeface="Lucida Sans Typewriter" panose="020B0509030504030204" pitchFamily="49" charset="0"/>
                <a:ea typeface="Nunito Sans"/>
                <a:cs typeface="Nunito Sans"/>
                <a:sym typeface="Nunito Sans"/>
              </a:rPr>
              <a:t>    Room: A modern, easier way to work with databases in Android. It automatically handles most tasks and reduces errors.</a:t>
            </a:r>
          </a:p>
        </p:txBody>
      </p:sp>
    </p:spTree>
    <p:extLst>
      <p:ext uri="{BB962C8B-B14F-4D97-AF65-F5344CB8AC3E}">
        <p14:creationId xmlns:p14="http://schemas.microsoft.com/office/powerpoint/2010/main" val="32557334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9290D-8503-BA9E-7B28-68298FC36A5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15C5CE5-ACAB-7136-A26A-1C172158EA6D}"/>
              </a:ext>
            </a:extLst>
          </p:cNvPr>
          <p:cNvSpPr/>
          <p:nvPr/>
        </p:nvSpPr>
        <p:spPr>
          <a:xfrm>
            <a:off x="0" y="0"/>
            <a:ext cx="6096000" cy="6858000"/>
          </a:xfrm>
          <a:prstGeom prst="rect">
            <a:avLst/>
          </a:prstGeom>
          <a:solidFill>
            <a:srgbClr val="1E23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97801887-A0A8-56F9-D787-35F7688ED76D}"/>
              </a:ext>
            </a:extLst>
          </p:cNvPr>
          <p:cNvSpPr txBox="1"/>
          <p:nvPr/>
        </p:nvSpPr>
        <p:spPr>
          <a:xfrm>
            <a:off x="754456" y="841857"/>
            <a:ext cx="2064470" cy="369332"/>
          </a:xfrm>
          <a:prstGeom prst="rect">
            <a:avLst/>
          </a:prstGeom>
          <a:noFill/>
        </p:spPr>
        <p:txBody>
          <a:bodyPr wrap="square" rtlCol="0">
            <a:spAutoFit/>
          </a:bodyPr>
          <a:lstStyle/>
          <a:p>
            <a:r>
              <a:rPr lang="en-US" b="1" u="sng" dirty="0">
                <a:solidFill>
                  <a:schemeClr val="bg1"/>
                </a:solidFill>
                <a:latin typeface="Lucida Sans Typewriter" panose="020B0509030504030204" pitchFamily="49" charset="0"/>
                <a:cs typeface="Times New Roman" panose="02020603050405020304" pitchFamily="18" charset="0"/>
              </a:rPr>
              <a:t>Output:</a:t>
            </a:r>
            <a:endParaRPr lang="en-IN" u="sng" dirty="0">
              <a:solidFill>
                <a:schemeClr val="bg1"/>
              </a:solidFill>
              <a:latin typeface="Lucida Sans Typewriter" panose="020B0509030504030204" pitchFamily="49" charset="0"/>
            </a:endParaRPr>
          </a:p>
        </p:txBody>
      </p:sp>
      <p:sp>
        <p:nvSpPr>
          <p:cNvPr id="5" name="Rectangle 4">
            <a:extLst>
              <a:ext uri="{FF2B5EF4-FFF2-40B4-BE49-F238E27FC236}">
                <a16:creationId xmlns:a16="http://schemas.microsoft.com/office/drawing/2014/main" id="{75ECBE67-781A-3E63-2C3A-98379E792024}"/>
              </a:ext>
            </a:extLst>
          </p:cNvPr>
          <p:cNvSpPr/>
          <p:nvPr/>
        </p:nvSpPr>
        <p:spPr>
          <a:xfrm>
            <a:off x="6096000" y="0"/>
            <a:ext cx="6096000" cy="6858000"/>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2" name="Picture 11">
            <a:extLst>
              <a:ext uri="{FF2B5EF4-FFF2-40B4-BE49-F238E27FC236}">
                <a16:creationId xmlns:a16="http://schemas.microsoft.com/office/drawing/2014/main" id="{167C39C9-5286-B949-D692-57500E951C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095" y="1714073"/>
            <a:ext cx="2426801" cy="4860536"/>
          </a:xfrm>
          <a:prstGeom prst="rect">
            <a:avLst/>
          </a:prstGeom>
        </p:spPr>
      </p:pic>
      <p:pic>
        <p:nvPicPr>
          <p:cNvPr id="14" name="Picture 13">
            <a:extLst>
              <a:ext uri="{FF2B5EF4-FFF2-40B4-BE49-F238E27FC236}">
                <a16:creationId xmlns:a16="http://schemas.microsoft.com/office/drawing/2014/main" id="{68342C0C-D35B-A408-C9D5-35DBA4F3FF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9095" y="1707140"/>
            <a:ext cx="2357464" cy="4867469"/>
          </a:xfrm>
          <a:prstGeom prst="rect">
            <a:avLst/>
          </a:prstGeom>
        </p:spPr>
      </p:pic>
      <p:pic>
        <p:nvPicPr>
          <p:cNvPr id="16" name="Picture 15">
            <a:extLst>
              <a:ext uri="{FF2B5EF4-FFF2-40B4-BE49-F238E27FC236}">
                <a16:creationId xmlns:a16="http://schemas.microsoft.com/office/drawing/2014/main" id="{6FDB3AF6-DF11-D00B-1143-CF0D12E05D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3420" y="1714073"/>
            <a:ext cx="2447602" cy="4860536"/>
          </a:xfrm>
          <a:prstGeom prst="rect">
            <a:avLst/>
          </a:prstGeom>
        </p:spPr>
      </p:pic>
      <p:pic>
        <p:nvPicPr>
          <p:cNvPr id="18" name="Picture 17">
            <a:extLst>
              <a:ext uri="{FF2B5EF4-FFF2-40B4-BE49-F238E27FC236}">
                <a16:creationId xmlns:a16="http://schemas.microsoft.com/office/drawing/2014/main" id="{38EFE93E-FE94-9BAA-C482-4EB18A3A80B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01552" y="1708251"/>
            <a:ext cx="2593210" cy="4860536"/>
          </a:xfrm>
          <a:prstGeom prst="rect">
            <a:avLst/>
          </a:prstGeom>
        </p:spPr>
      </p:pic>
      <p:pic>
        <p:nvPicPr>
          <p:cNvPr id="11" name="Picture 10">
            <a:extLst>
              <a:ext uri="{FF2B5EF4-FFF2-40B4-BE49-F238E27FC236}">
                <a16:creationId xmlns:a16="http://schemas.microsoft.com/office/drawing/2014/main" id="{A5B84CA7-C626-EA15-BBC0-7E52A92983D9}"/>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51944" b="67500" l="75403" r="91959"/>
                    </a14:imgEffect>
                  </a14:imgLayer>
                </a14:imgProps>
              </a:ext>
              <a:ext uri="{28A0092B-C50C-407E-A947-70E740481C1C}">
                <a14:useLocalDpi xmlns:a14="http://schemas.microsoft.com/office/drawing/2010/main" val="0"/>
              </a:ext>
            </a:extLst>
          </a:blip>
          <a:srcRect l="73333" t="50000" r="5972" b="30556"/>
          <a:stretch/>
        </p:blipFill>
        <p:spPr>
          <a:xfrm>
            <a:off x="303253" y="752647"/>
            <a:ext cx="500048" cy="469844"/>
          </a:xfrm>
          <a:prstGeom prst="rect">
            <a:avLst/>
          </a:prstGeom>
        </p:spPr>
      </p:pic>
      <p:sp>
        <p:nvSpPr>
          <p:cNvPr id="13" name="Rectangle: Rounded Corners 12">
            <a:extLst>
              <a:ext uri="{FF2B5EF4-FFF2-40B4-BE49-F238E27FC236}">
                <a16:creationId xmlns:a16="http://schemas.microsoft.com/office/drawing/2014/main" id="{BC031F29-DA77-7087-5C88-08254D83D61A}"/>
              </a:ext>
            </a:extLst>
          </p:cNvPr>
          <p:cNvSpPr/>
          <p:nvPr/>
        </p:nvSpPr>
        <p:spPr>
          <a:xfrm>
            <a:off x="5836636" y="695714"/>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C8BFE812-6DB0-B141-7794-72059D8CE00F}"/>
              </a:ext>
            </a:extLst>
          </p:cNvPr>
          <p:cNvSpPr/>
          <p:nvPr/>
        </p:nvSpPr>
        <p:spPr>
          <a:xfrm>
            <a:off x="5836636" y="1252217"/>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0004DEF8-42F1-3D40-6B10-CCB454170A93}"/>
              </a:ext>
            </a:extLst>
          </p:cNvPr>
          <p:cNvSpPr/>
          <p:nvPr/>
        </p:nvSpPr>
        <p:spPr>
          <a:xfrm>
            <a:off x="5849746" y="1844348"/>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Rounded Corners 20">
            <a:extLst>
              <a:ext uri="{FF2B5EF4-FFF2-40B4-BE49-F238E27FC236}">
                <a16:creationId xmlns:a16="http://schemas.microsoft.com/office/drawing/2014/main" id="{B729F15E-FD72-3945-D6AD-8634349821A6}"/>
              </a:ext>
            </a:extLst>
          </p:cNvPr>
          <p:cNvSpPr/>
          <p:nvPr/>
        </p:nvSpPr>
        <p:spPr>
          <a:xfrm>
            <a:off x="5849746" y="2400851"/>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Rounded Corners 21">
            <a:extLst>
              <a:ext uri="{FF2B5EF4-FFF2-40B4-BE49-F238E27FC236}">
                <a16:creationId xmlns:a16="http://schemas.microsoft.com/office/drawing/2014/main" id="{29BEC9EE-336A-C7C5-F66A-CFDA34536DC5}"/>
              </a:ext>
            </a:extLst>
          </p:cNvPr>
          <p:cNvSpPr/>
          <p:nvPr/>
        </p:nvSpPr>
        <p:spPr>
          <a:xfrm>
            <a:off x="5849746" y="2857397"/>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Rounded Corners 22">
            <a:extLst>
              <a:ext uri="{FF2B5EF4-FFF2-40B4-BE49-F238E27FC236}">
                <a16:creationId xmlns:a16="http://schemas.microsoft.com/office/drawing/2014/main" id="{3CFDDA61-8AE3-335E-CE3F-B0A93ABF8971}"/>
              </a:ext>
            </a:extLst>
          </p:cNvPr>
          <p:cNvSpPr/>
          <p:nvPr/>
        </p:nvSpPr>
        <p:spPr>
          <a:xfrm>
            <a:off x="5849746" y="3413900"/>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Rounded Corners 23">
            <a:extLst>
              <a:ext uri="{FF2B5EF4-FFF2-40B4-BE49-F238E27FC236}">
                <a16:creationId xmlns:a16="http://schemas.microsoft.com/office/drawing/2014/main" id="{412B2073-A541-0A60-BAB5-85A9100D2258}"/>
              </a:ext>
            </a:extLst>
          </p:cNvPr>
          <p:cNvSpPr/>
          <p:nvPr/>
        </p:nvSpPr>
        <p:spPr>
          <a:xfrm>
            <a:off x="5862856" y="4006031"/>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Rounded Corners 24">
            <a:extLst>
              <a:ext uri="{FF2B5EF4-FFF2-40B4-BE49-F238E27FC236}">
                <a16:creationId xmlns:a16="http://schemas.microsoft.com/office/drawing/2014/main" id="{58CA3695-69F1-11CA-CA68-6029A3F3D9A5}"/>
              </a:ext>
            </a:extLst>
          </p:cNvPr>
          <p:cNvSpPr/>
          <p:nvPr/>
        </p:nvSpPr>
        <p:spPr>
          <a:xfrm>
            <a:off x="5862856" y="4562534"/>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Rounded Corners 25">
            <a:extLst>
              <a:ext uri="{FF2B5EF4-FFF2-40B4-BE49-F238E27FC236}">
                <a16:creationId xmlns:a16="http://schemas.microsoft.com/office/drawing/2014/main" id="{82B6B837-0682-BD65-2CF7-09DE06029CD3}"/>
              </a:ext>
            </a:extLst>
          </p:cNvPr>
          <p:cNvSpPr/>
          <p:nvPr/>
        </p:nvSpPr>
        <p:spPr>
          <a:xfrm>
            <a:off x="5878043" y="5151488"/>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9E5617C9-977B-60E9-9BAF-C299C16C32BC}"/>
              </a:ext>
            </a:extLst>
          </p:cNvPr>
          <p:cNvSpPr/>
          <p:nvPr/>
        </p:nvSpPr>
        <p:spPr>
          <a:xfrm>
            <a:off x="5878043" y="5707991"/>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Rounded Corners 27">
            <a:extLst>
              <a:ext uri="{FF2B5EF4-FFF2-40B4-BE49-F238E27FC236}">
                <a16:creationId xmlns:a16="http://schemas.microsoft.com/office/drawing/2014/main" id="{D389DCC6-DCF3-573A-371C-F71D1FE864AF}"/>
              </a:ext>
            </a:extLst>
          </p:cNvPr>
          <p:cNvSpPr/>
          <p:nvPr/>
        </p:nvSpPr>
        <p:spPr>
          <a:xfrm>
            <a:off x="5891153" y="6300122"/>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2883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894B8-70F6-DBC4-47C8-B35B7D266B8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02E8530-779A-DC5F-E69D-F44502297AF3}"/>
              </a:ext>
            </a:extLst>
          </p:cNvPr>
          <p:cNvSpPr/>
          <p:nvPr/>
        </p:nvSpPr>
        <p:spPr>
          <a:xfrm>
            <a:off x="0" y="0"/>
            <a:ext cx="6096000" cy="6858000"/>
          </a:xfrm>
          <a:prstGeom prst="rect">
            <a:avLst/>
          </a:prstGeom>
          <a:solidFill>
            <a:srgbClr val="1E23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7325300F-CCB7-8B4F-2CDA-E86C9996AD39}"/>
              </a:ext>
            </a:extLst>
          </p:cNvPr>
          <p:cNvSpPr/>
          <p:nvPr/>
        </p:nvSpPr>
        <p:spPr>
          <a:xfrm>
            <a:off x="6096000" y="0"/>
            <a:ext cx="6096000" cy="6858000"/>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4B8BD0DF-3D80-134B-3609-0FD24F5C4417}"/>
              </a:ext>
            </a:extLst>
          </p:cNvPr>
          <p:cNvSpPr txBox="1"/>
          <p:nvPr/>
        </p:nvSpPr>
        <p:spPr>
          <a:xfrm>
            <a:off x="543214" y="841857"/>
            <a:ext cx="2064470" cy="369332"/>
          </a:xfrm>
          <a:prstGeom prst="rect">
            <a:avLst/>
          </a:prstGeom>
          <a:noFill/>
        </p:spPr>
        <p:txBody>
          <a:bodyPr wrap="square" rtlCol="0">
            <a:spAutoFit/>
          </a:bodyPr>
          <a:lstStyle/>
          <a:p>
            <a:pPr algn="ctr"/>
            <a:r>
              <a:rPr lang="en-US" b="1" u="sng" dirty="0">
                <a:solidFill>
                  <a:schemeClr val="bg1"/>
                </a:solidFill>
                <a:latin typeface="Lucida Sans Typewriter" panose="020B0509030504030204" pitchFamily="49" charset="0"/>
                <a:cs typeface="Times New Roman" panose="02020603050405020304" pitchFamily="18" charset="0"/>
              </a:rPr>
              <a:t>Conclusion:</a:t>
            </a:r>
            <a:endParaRPr lang="en-IN" u="sng" dirty="0">
              <a:solidFill>
                <a:schemeClr val="bg1"/>
              </a:solidFill>
              <a:latin typeface="Lucida Sans Typewriter" panose="020B0509030504030204" pitchFamily="49" charset="0"/>
            </a:endParaRPr>
          </a:p>
        </p:txBody>
      </p:sp>
      <p:pic>
        <p:nvPicPr>
          <p:cNvPr id="11" name="Picture 10">
            <a:extLst>
              <a:ext uri="{FF2B5EF4-FFF2-40B4-BE49-F238E27FC236}">
                <a16:creationId xmlns:a16="http://schemas.microsoft.com/office/drawing/2014/main" id="{6D4EF278-FFCA-3D08-C3BF-F6014C9EA221}"/>
              </a:ext>
            </a:extLst>
          </p:cNvPr>
          <p:cNvPicPr>
            <a:picLocks noChangeAspect="1"/>
          </p:cNvPicPr>
          <p:nvPr/>
        </p:nvPicPr>
        <p:blipFill>
          <a:blip r:embed="rId2">
            <a:alphaModFix amt="6000"/>
            <a:extLst>
              <a:ext uri="{BEBA8EAE-BF5A-486C-A8C5-ECC9F3942E4B}">
                <a14:imgProps xmlns:a14="http://schemas.microsoft.com/office/drawing/2010/main">
                  <a14:imgLayer r:embed="rId3">
                    <a14:imgEffect>
                      <a14:backgroundRemoval t="7668" b="91214" l="8786" r="92173">
                        <a14:foregroundMark x1="17891" y1="65655" x2="11022" y2="57827"/>
                        <a14:foregroundMark x1="11022" y1="57827" x2="8786" y2="49521"/>
                        <a14:foregroundMark x1="41054" y1="17093" x2="44089" y2="8626"/>
                        <a14:foregroundMark x1="44089" y1="8626" x2="45208" y2="7827"/>
                        <a14:foregroundMark x1="83067" y1="40735" x2="91853" y2="44888"/>
                        <a14:foregroundMark x1="91853" y1="44888" x2="92332" y2="45527"/>
                        <a14:foregroundMark x1="61182" y1="86581" x2="54153" y2="91214"/>
                        <a14:foregroundMark x1="54153" y1="91214" x2="54153" y2="91214"/>
                        <a14:foregroundMark x1="29073" y1="41693" x2="33866" y2="39297"/>
                        <a14:foregroundMark x1="50799" y1="35304" x2="55431" y2="33546"/>
                        <a14:foregroundMark x1="46486" y1="48403" x2="44569" y2="47604"/>
                        <a14:foregroundMark x1="41693" y1="52396" x2="43291" y2="51757"/>
                      </a14:backgroundRemoval>
                    </a14:imgEffect>
                  </a14:imgLayer>
                </a14:imgProps>
              </a:ext>
              <a:ext uri="{28A0092B-C50C-407E-A947-70E740481C1C}">
                <a14:useLocalDpi xmlns:a14="http://schemas.microsoft.com/office/drawing/2010/main" val="0"/>
              </a:ext>
            </a:extLst>
          </a:blip>
          <a:stretch>
            <a:fillRect/>
          </a:stretch>
        </p:blipFill>
        <p:spPr>
          <a:xfrm>
            <a:off x="718416" y="1791671"/>
            <a:ext cx="4364182" cy="4364182"/>
          </a:xfrm>
          <a:prstGeom prst="rect">
            <a:avLst/>
          </a:prstGeom>
        </p:spPr>
      </p:pic>
      <p:pic>
        <p:nvPicPr>
          <p:cNvPr id="25" name="Picture 24">
            <a:extLst>
              <a:ext uri="{FF2B5EF4-FFF2-40B4-BE49-F238E27FC236}">
                <a16:creationId xmlns:a16="http://schemas.microsoft.com/office/drawing/2014/main" id="{3C352854-29F7-D8DC-508A-6398CB0BB38D}"/>
              </a:ext>
            </a:extLst>
          </p:cNvPr>
          <p:cNvPicPr>
            <a:picLocks noChangeAspect="1"/>
          </p:cNvPicPr>
          <p:nvPr/>
        </p:nvPicPr>
        <p:blipFill>
          <a:blip r:embed="rId4">
            <a:alphaModFix amt="10000"/>
            <a:extLst>
              <a:ext uri="{BEBA8EAE-BF5A-486C-A8C5-ECC9F3942E4B}">
                <a14:imgProps xmlns:a14="http://schemas.microsoft.com/office/drawing/2010/main">
                  <a14:imgLayer r:embed="rId5">
                    <a14:imgEffect>
                      <a14:backgroundRemoval t="6709" b="89776" l="9585" r="92013">
                        <a14:foregroundMark x1="16294" y1="57987" x2="25559" y2="48403"/>
                        <a14:foregroundMark x1="52396" y1="61661" x2="62939" y2="52875"/>
                        <a14:foregroundMark x1="54792" y1="67252" x2="44249" y2="58626"/>
                        <a14:foregroundMark x1="44249" y1="58626" x2="44089" y2="57188"/>
                        <a14:foregroundMark x1="50479" y1="68371" x2="43770" y2="64537"/>
                        <a14:foregroundMark x1="43770" y1="64537" x2="40735" y2="70607"/>
                        <a14:foregroundMark x1="64377" y1="20767" x2="69489" y2="14377"/>
                        <a14:foregroundMark x1="69489" y1="14377" x2="69649" y2="14217"/>
                        <a14:foregroundMark x1="81629" y1="17093" x2="92013" y2="6869"/>
                        <a14:foregroundMark x1="87700" y1="18690" x2="85783" y2="20767"/>
                        <a14:foregroundMark x1="83546" y1="20128" x2="81629" y2="22364"/>
                        <a14:foregroundMark x1="81150" y1="11661" x2="80192" y2="12300"/>
                        <a14:foregroundMark x1="21725" y1="24121" x2="31470" y2="14217"/>
                        <a14:foregroundMark x1="10064" y1="44409" x2="13898" y2="37700"/>
                        <a14:foregroundMark x1="13898" y1="37700" x2="14058" y2="37540"/>
                        <a14:foregroundMark x1="28914" y1="38818" x2="32109" y2="36102"/>
                        <a14:foregroundMark x1="40256" y1="25559" x2="45367" y2="28115"/>
                        <a14:foregroundMark x1="52716" y1="24281" x2="53994" y2="16773"/>
                        <a14:foregroundMark x1="49361" y1="47764" x2="50958" y2="43770"/>
                        <a14:foregroundMark x1="43131" y1="41214" x2="42652" y2="34505"/>
                        <a14:foregroundMark x1="74441" y1="68530" x2="75719" y2="64217"/>
                        <a14:foregroundMark x1="74601" y1="52236" x2="75240" y2="47444"/>
                        <a14:foregroundMark x1="83546" y1="57188" x2="86581" y2="53674"/>
                        <a14:foregroundMark x1="88498" y1="55112" x2="91374" y2="51917"/>
                        <a14:foregroundMark x1="89297" y1="56070" x2="86901" y2="59105"/>
                        <a14:foregroundMark x1="73962" y1="67732" x2="70447" y2="65974"/>
                        <a14:foregroundMark x1="54792" y1="84345" x2="54313" y2="87859"/>
                        <a14:foregroundMark x1="44249" y1="73482" x2="40575" y2="73802"/>
                        <a14:foregroundMark x1="12300" y1="75080" x2="9585" y2="77157"/>
                        <a14:foregroundMark x1="38019" y1="53834" x2="38019" y2="53834"/>
                        <a14:foregroundMark x1="38019" y1="53834" x2="38019" y2="53834"/>
                        <a14:foregroundMark x1="39137" y1="52716" x2="39137" y2="52716"/>
                        <a14:foregroundMark x1="39137" y1="52716" x2="39137" y2="52716"/>
                        <a14:foregroundMark x1="40735" y1="51118" x2="40735" y2="51118"/>
                        <a14:foregroundMark x1="40735" y1="51118" x2="40735" y2="51118"/>
                        <a14:foregroundMark x1="21725" y1="10863" x2="21725" y2="10863"/>
                        <a14:foregroundMark x1="21725" y1="10863" x2="21725" y2="10863"/>
                        <a14:foregroundMark x1="55911" y1="36102" x2="55911" y2="36102"/>
                        <a14:foregroundMark x1="55911" y1="36102" x2="55911" y2="36102"/>
                      </a14:backgroundRemoval>
                    </a14:imgEffect>
                  </a14:imgLayer>
                </a14:imgProps>
              </a:ext>
              <a:ext uri="{28A0092B-C50C-407E-A947-70E740481C1C}">
                <a14:useLocalDpi xmlns:a14="http://schemas.microsoft.com/office/drawing/2010/main" val="0"/>
              </a:ext>
            </a:extLst>
          </a:blip>
          <a:stretch>
            <a:fillRect/>
          </a:stretch>
        </p:blipFill>
        <p:spPr>
          <a:xfrm>
            <a:off x="6238974" y="1791671"/>
            <a:ext cx="6262566" cy="6262566"/>
          </a:xfrm>
          <a:prstGeom prst="rect">
            <a:avLst/>
          </a:prstGeom>
        </p:spPr>
      </p:pic>
      <p:sp>
        <p:nvSpPr>
          <p:cNvPr id="17" name="TextBox 16">
            <a:extLst>
              <a:ext uri="{FF2B5EF4-FFF2-40B4-BE49-F238E27FC236}">
                <a16:creationId xmlns:a16="http://schemas.microsoft.com/office/drawing/2014/main" id="{C1DC0B1E-AA5F-E965-E848-A5F5B3BB029C}"/>
              </a:ext>
            </a:extLst>
          </p:cNvPr>
          <p:cNvSpPr txBox="1"/>
          <p:nvPr/>
        </p:nvSpPr>
        <p:spPr>
          <a:xfrm>
            <a:off x="263237" y="2325580"/>
            <a:ext cx="5269345" cy="2554545"/>
          </a:xfrm>
          <a:prstGeom prst="rect">
            <a:avLst/>
          </a:prstGeom>
          <a:noFill/>
        </p:spPr>
        <p:txBody>
          <a:bodyPr wrap="square" rtlCol="0">
            <a:spAutoFit/>
          </a:bodyPr>
          <a:lstStyle/>
          <a:p>
            <a:pPr algn="just"/>
            <a:r>
              <a:rPr lang="en-US" sz="1600" b="0" i="0" u="none" strike="noStrike" baseline="0" dirty="0">
                <a:solidFill>
                  <a:schemeClr val="bg1"/>
                </a:solidFill>
                <a:latin typeface="Lucida Sans Typewriter" panose="020B0509030504030204" pitchFamily="49" charset="0"/>
              </a:rPr>
              <a:t>	A sleep tracking app aims to help users achieve </a:t>
            </a:r>
            <a:r>
              <a:rPr lang="en-US" sz="1600" b="0" i="0" u="none" strike="noStrike" baseline="0" dirty="0">
                <a:solidFill>
                  <a:schemeClr val="accent4">
                    <a:lumMod val="60000"/>
                    <a:lumOff val="40000"/>
                  </a:schemeClr>
                </a:solidFill>
                <a:latin typeface="Lucida Sans Typewriter" panose="020B0509030504030204" pitchFamily="49" charset="0"/>
              </a:rPr>
              <a:t>better sleep by monitoring sleep patterns</a:t>
            </a:r>
            <a:r>
              <a:rPr lang="en-US" sz="1600" b="0" i="0" u="none" strike="noStrike" baseline="0" dirty="0">
                <a:solidFill>
                  <a:schemeClr val="bg1"/>
                </a:solidFill>
                <a:latin typeface="Lucida Sans Typewriter" panose="020B0509030504030204" pitchFamily="49" charset="0"/>
              </a:rPr>
              <a:t>, identifying issues, and providing personalized recommendations. </a:t>
            </a:r>
          </a:p>
          <a:p>
            <a:pPr algn="just"/>
            <a:endParaRPr lang="en-US" sz="1600" dirty="0">
              <a:solidFill>
                <a:schemeClr val="bg1"/>
              </a:solidFill>
              <a:latin typeface="Lucida Sans Typewriter" panose="020B0509030504030204" pitchFamily="49" charset="0"/>
            </a:endParaRPr>
          </a:p>
          <a:p>
            <a:pPr algn="just"/>
            <a:r>
              <a:rPr lang="en-US" sz="1600" b="0" i="0" u="none" strike="noStrike" baseline="0" dirty="0">
                <a:solidFill>
                  <a:schemeClr val="bg1"/>
                </a:solidFill>
                <a:latin typeface="Lucida Sans Typewriter" panose="020B0509030504030204" pitchFamily="49" charset="0"/>
              </a:rPr>
              <a:t>	By offering insights and tracking progress, a sleep tracking app can </a:t>
            </a:r>
            <a:r>
              <a:rPr lang="en-US" sz="1600" b="0" i="0" u="none" strike="noStrike" baseline="0" dirty="0">
                <a:solidFill>
                  <a:schemeClr val="accent4">
                    <a:lumMod val="60000"/>
                    <a:lumOff val="40000"/>
                  </a:schemeClr>
                </a:solidFill>
                <a:latin typeface="Lucida Sans Typewriter" panose="020B0509030504030204" pitchFamily="49" charset="0"/>
              </a:rPr>
              <a:t>guide users toward healthier sleep habits</a:t>
            </a:r>
            <a:r>
              <a:rPr lang="en-US" sz="1600" b="0" i="0" u="none" strike="noStrike" baseline="0" dirty="0">
                <a:solidFill>
                  <a:schemeClr val="bg1"/>
                </a:solidFill>
                <a:latin typeface="Lucida Sans Typewriter" panose="020B0509030504030204" pitchFamily="49" charset="0"/>
              </a:rPr>
              <a:t>, potentially leading to more restful nights and overall well-being. </a:t>
            </a:r>
            <a:endParaRPr lang="en-IN" sz="1600" dirty="0">
              <a:solidFill>
                <a:schemeClr val="bg1"/>
              </a:solidFill>
              <a:latin typeface="Lucida Sans Typewriter" panose="020B0509030504030204" pitchFamily="49" charset="0"/>
            </a:endParaRPr>
          </a:p>
        </p:txBody>
      </p:sp>
      <p:sp>
        <p:nvSpPr>
          <p:cNvPr id="18" name="TextBox 17">
            <a:extLst>
              <a:ext uri="{FF2B5EF4-FFF2-40B4-BE49-F238E27FC236}">
                <a16:creationId xmlns:a16="http://schemas.microsoft.com/office/drawing/2014/main" id="{EC083CD8-9AB5-C977-38C3-13A3F2CC9B9B}"/>
              </a:ext>
            </a:extLst>
          </p:cNvPr>
          <p:cNvSpPr txBox="1"/>
          <p:nvPr/>
        </p:nvSpPr>
        <p:spPr>
          <a:xfrm>
            <a:off x="6861752" y="879957"/>
            <a:ext cx="2943225" cy="369332"/>
          </a:xfrm>
          <a:prstGeom prst="rect">
            <a:avLst/>
          </a:prstGeom>
          <a:noFill/>
        </p:spPr>
        <p:txBody>
          <a:bodyPr wrap="square" rtlCol="0">
            <a:spAutoFit/>
          </a:bodyPr>
          <a:lstStyle/>
          <a:p>
            <a:r>
              <a:rPr lang="en-IN" sz="1800" b="1" i="0" u="sng" strike="noStrike" baseline="0" dirty="0">
                <a:solidFill>
                  <a:schemeClr val="bg1"/>
                </a:solidFill>
                <a:latin typeface="Lucida Sans Typewriter" panose="020B0509030504030204" pitchFamily="49" charset="0"/>
              </a:rPr>
              <a:t>Future scope: </a:t>
            </a:r>
            <a:endParaRPr lang="en-IN" u="sng" dirty="0">
              <a:solidFill>
                <a:schemeClr val="bg1"/>
              </a:solidFill>
              <a:latin typeface="Lucida Sans Typewriter" panose="020B0509030504030204" pitchFamily="49" charset="0"/>
            </a:endParaRPr>
          </a:p>
        </p:txBody>
      </p:sp>
      <p:sp>
        <p:nvSpPr>
          <p:cNvPr id="19" name="TextBox 18">
            <a:extLst>
              <a:ext uri="{FF2B5EF4-FFF2-40B4-BE49-F238E27FC236}">
                <a16:creationId xmlns:a16="http://schemas.microsoft.com/office/drawing/2014/main" id="{3BBE5849-24A8-0C42-235C-E86B26B3CC8A}"/>
              </a:ext>
            </a:extLst>
          </p:cNvPr>
          <p:cNvSpPr txBox="1"/>
          <p:nvPr/>
        </p:nvSpPr>
        <p:spPr>
          <a:xfrm>
            <a:off x="6931892" y="2723936"/>
            <a:ext cx="5155334" cy="1323439"/>
          </a:xfrm>
          <a:prstGeom prst="rect">
            <a:avLst/>
          </a:prstGeom>
          <a:noFill/>
        </p:spPr>
        <p:txBody>
          <a:bodyPr wrap="square" rtlCol="0">
            <a:spAutoFit/>
          </a:bodyPr>
          <a:lstStyle/>
          <a:p>
            <a:r>
              <a:rPr lang="en-IN" sz="1600" dirty="0">
                <a:solidFill>
                  <a:schemeClr val="bg1"/>
                </a:solidFill>
                <a:effectLst/>
                <a:latin typeface="Lucida Sans Typewriter" panose="020B0509030504030204" pitchFamily="49" charset="0"/>
                <a:ea typeface="Times New Roman" panose="02020603050405020304" pitchFamily="18" charset="0"/>
              </a:rPr>
              <a:t>	The future scope of a sleep tracking app project is vast, with  potential  for   advancements in</a:t>
            </a:r>
          </a:p>
          <a:p>
            <a:r>
              <a:rPr lang="en-IN" sz="1600" dirty="0">
                <a:solidFill>
                  <a:schemeClr val="accent4">
                    <a:lumMod val="60000"/>
                    <a:lumOff val="40000"/>
                  </a:schemeClr>
                </a:solidFill>
                <a:effectLst/>
                <a:latin typeface="Lucida Sans Typewriter" panose="020B0509030504030204" pitchFamily="49" charset="0"/>
                <a:ea typeface="Times New Roman" panose="02020603050405020304" pitchFamily="18" charset="0"/>
              </a:rPr>
              <a:t>personalized health  insights </a:t>
            </a:r>
            <a:r>
              <a:rPr lang="en-IN" sz="1600" dirty="0">
                <a:solidFill>
                  <a:schemeClr val="bg1"/>
                </a:solidFill>
                <a:effectLst/>
                <a:latin typeface="Lucida Sans Typewriter" panose="020B0509030504030204" pitchFamily="49" charset="0"/>
                <a:ea typeface="Times New Roman" panose="02020603050405020304" pitchFamily="18" charset="0"/>
              </a:rPr>
              <a:t>and integration with smart devices. </a:t>
            </a:r>
            <a:endParaRPr lang="en-IN" sz="1600" dirty="0">
              <a:solidFill>
                <a:schemeClr val="bg1"/>
              </a:solidFill>
              <a:latin typeface="Lucida Sans Typewriter" panose="020B0509030504030204" pitchFamily="49" charset="0"/>
            </a:endParaRPr>
          </a:p>
        </p:txBody>
      </p:sp>
      <p:pic>
        <p:nvPicPr>
          <p:cNvPr id="7" name="Picture 6">
            <a:extLst>
              <a:ext uri="{FF2B5EF4-FFF2-40B4-BE49-F238E27FC236}">
                <a16:creationId xmlns:a16="http://schemas.microsoft.com/office/drawing/2014/main" id="{8BC4D489-70CC-06B4-1075-1AD3018D945F}"/>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foregroundMark x1="49201" y1="39137" x2="48403" y2="27636"/>
                      </a14:backgroundRemoval>
                    </a14:imgEffect>
                  </a14:imgLayer>
                </a14:imgProps>
              </a:ext>
              <a:ext uri="{28A0092B-C50C-407E-A947-70E740481C1C}">
                <a14:useLocalDpi xmlns:a14="http://schemas.microsoft.com/office/drawing/2010/main" val="0"/>
              </a:ext>
            </a:extLst>
          </a:blip>
          <a:srcRect r="21290" b="16178"/>
          <a:stretch/>
        </p:blipFill>
        <p:spPr>
          <a:xfrm>
            <a:off x="6259154" y="611016"/>
            <a:ext cx="692917" cy="737924"/>
          </a:xfrm>
          <a:prstGeom prst="rect">
            <a:avLst/>
          </a:prstGeom>
        </p:spPr>
      </p:pic>
      <p:pic>
        <p:nvPicPr>
          <p:cNvPr id="9" name="Picture 8">
            <a:extLst>
              <a:ext uri="{FF2B5EF4-FFF2-40B4-BE49-F238E27FC236}">
                <a16:creationId xmlns:a16="http://schemas.microsoft.com/office/drawing/2014/main" id="{0B8B7755-4E0E-44D9-77DE-F1876767511F}"/>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42013" y1="59744" x2="34984" y2="46486"/>
                        <a14:foregroundMark x1="34984" y1="46486" x2="34665" y2="43930"/>
                        <a14:foregroundMark x1="40895" y1="35783" x2="50319" y2="32428"/>
                        <a14:foregroundMark x1="50319" y1="32428" x2="52716" y2="32428"/>
                        <a14:foregroundMark x1="62620" y1="36581" x2="66933" y2="44089"/>
                        <a14:foregroundMark x1="66933" y1="44089" x2="66294" y2="48403"/>
                        <a14:foregroundMark x1="60703" y1="57668" x2="47284" y2="61342"/>
                      </a14:backgroundRemoval>
                    </a14:imgEffect>
                  </a14:imgLayer>
                </a14:imgProps>
              </a:ext>
              <a:ext uri="{28A0092B-C50C-407E-A947-70E740481C1C}">
                <a14:useLocalDpi xmlns:a14="http://schemas.microsoft.com/office/drawing/2010/main" val="0"/>
              </a:ext>
            </a:extLst>
          </a:blip>
          <a:stretch>
            <a:fillRect/>
          </a:stretch>
        </p:blipFill>
        <p:spPr>
          <a:xfrm>
            <a:off x="145580" y="667890"/>
            <a:ext cx="763923" cy="763923"/>
          </a:xfrm>
          <a:prstGeom prst="rect">
            <a:avLst/>
          </a:prstGeom>
        </p:spPr>
      </p:pic>
      <p:sp>
        <p:nvSpPr>
          <p:cNvPr id="26" name="Rectangle: Rounded Corners 25">
            <a:extLst>
              <a:ext uri="{FF2B5EF4-FFF2-40B4-BE49-F238E27FC236}">
                <a16:creationId xmlns:a16="http://schemas.microsoft.com/office/drawing/2014/main" id="{C8FABF18-2C2C-EC4D-B5FB-DA04CC130EE1}"/>
              </a:ext>
            </a:extLst>
          </p:cNvPr>
          <p:cNvSpPr/>
          <p:nvPr/>
        </p:nvSpPr>
        <p:spPr>
          <a:xfrm>
            <a:off x="5836636" y="695714"/>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6579218B-CC60-FDF9-588C-94107068D3E7}"/>
              </a:ext>
            </a:extLst>
          </p:cNvPr>
          <p:cNvSpPr/>
          <p:nvPr/>
        </p:nvSpPr>
        <p:spPr>
          <a:xfrm>
            <a:off x="5836636" y="1252217"/>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Rounded Corners 27">
            <a:extLst>
              <a:ext uri="{FF2B5EF4-FFF2-40B4-BE49-F238E27FC236}">
                <a16:creationId xmlns:a16="http://schemas.microsoft.com/office/drawing/2014/main" id="{F6EFE47F-E285-F135-7B28-B76A92904879}"/>
              </a:ext>
            </a:extLst>
          </p:cNvPr>
          <p:cNvSpPr/>
          <p:nvPr/>
        </p:nvSpPr>
        <p:spPr>
          <a:xfrm>
            <a:off x="5849746" y="1844348"/>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Rounded Corners 28">
            <a:extLst>
              <a:ext uri="{FF2B5EF4-FFF2-40B4-BE49-F238E27FC236}">
                <a16:creationId xmlns:a16="http://schemas.microsoft.com/office/drawing/2014/main" id="{0B93A223-7A21-5FA0-2475-C5C8EF8E55F4}"/>
              </a:ext>
            </a:extLst>
          </p:cNvPr>
          <p:cNvSpPr/>
          <p:nvPr/>
        </p:nvSpPr>
        <p:spPr>
          <a:xfrm>
            <a:off x="5849746" y="2400851"/>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Rounded Corners 29">
            <a:extLst>
              <a:ext uri="{FF2B5EF4-FFF2-40B4-BE49-F238E27FC236}">
                <a16:creationId xmlns:a16="http://schemas.microsoft.com/office/drawing/2014/main" id="{5B213857-9181-2263-7DE6-55B87A62915E}"/>
              </a:ext>
            </a:extLst>
          </p:cNvPr>
          <p:cNvSpPr/>
          <p:nvPr/>
        </p:nvSpPr>
        <p:spPr>
          <a:xfrm>
            <a:off x="5849746" y="2857397"/>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Rounded Corners 30">
            <a:extLst>
              <a:ext uri="{FF2B5EF4-FFF2-40B4-BE49-F238E27FC236}">
                <a16:creationId xmlns:a16="http://schemas.microsoft.com/office/drawing/2014/main" id="{8E13DF1A-CF11-5DB2-8B0C-466E55C766EF}"/>
              </a:ext>
            </a:extLst>
          </p:cNvPr>
          <p:cNvSpPr/>
          <p:nvPr/>
        </p:nvSpPr>
        <p:spPr>
          <a:xfrm>
            <a:off x="5849746" y="3413900"/>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Rounded Corners 31">
            <a:extLst>
              <a:ext uri="{FF2B5EF4-FFF2-40B4-BE49-F238E27FC236}">
                <a16:creationId xmlns:a16="http://schemas.microsoft.com/office/drawing/2014/main" id="{BEAF26C3-8918-8662-9A35-C848A64DD937}"/>
              </a:ext>
            </a:extLst>
          </p:cNvPr>
          <p:cNvSpPr/>
          <p:nvPr/>
        </p:nvSpPr>
        <p:spPr>
          <a:xfrm>
            <a:off x="5862856" y="4006031"/>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Rounded Corners 32">
            <a:extLst>
              <a:ext uri="{FF2B5EF4-FFF2-40B4-BE49-F238E27FC236}">
                <a16:creationId xmlns:a16="http://schemas.microsoft.com/office/drawing/2014/main" id="{6007E3A4-5405-95F2-6BFE-F6F38DA3F4E1}"/>
              </a:ext>
            </a:extLst>
          </p:cNvPr>
          <p:cNvSpPr/>
          <p:nvPr/>
        </p:nvSpPr>
        <p:spPr>
          <a:xfrm>
            <a:off x="5862856" y="4562534"/>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le: Rounded Corners 33">
            <a:extLst>
              <a:ext uri="{FF2B5EF4-FFF2-40B4-BE49-F238E27FC236}">
                <a16:creationId xmlns:a16="http://schemas.microsoft.com/office/drawing/2014/main" id="{B67F745A-A47E-EA76-963F-E3679BC1DA9A}"/>
              </a:ext>
            </a:extLst>
          </p:cNvPr>
          <p:cNvSpPr/>
          <p:nvPr/>
        </p:nvSpPr>
        <p:spPr>
          <a:xfrm>
            <a:off x="5878043" y="5151488"/>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Rounded Corners 34">
            <a:extLst>
              <a:ext uri="{FF2B5EF4-FFF2-40B4-BE49-F238E27FC236}">
                <a16:creationId xmlns:a16="http://schemas.microsoft.com/office/drawing/2014/main" id="{DA8D0224-DB4F-5D6A-6956-61AE309CC4A4}"/>
              </a:ext>
            </a:extLst>
          </p:cNvPr>
          <p:cNvSpPr/>
          <p:nvPr/>
        </p:nvSpPr>
        <p:spPr>
          <a:xfrm>
            <a:off x="5878043" y="5707991"/>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44A9E91A-4869-5946-7E27-AA4CF9C7C646}"/>
              </a:ext>
            </a:extLst>
          </p:cNvPr>
          <p:cNvSpPr/>
          <p:nvPr/>
        </p:nvSpPr>
        <p:spPr>
          <a:xfrm>
            <a:off x="5891153" y="6300122"/>
            <a:ext cx="518727" cy="111050"/>
          </a:xfrm>
          <a:prstGeom prst="roundRect">
            <a:avLst/>
          </a:prstGeom>
          <a:solidFill>
            <a:schemeClr val="bg1">
              <a:alpha val="3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968661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122F2D7-BDCA-FFAC-1013-42C501FF3A92}"/>
              </a:ext>
            </a:extLst>
          </p:cNvPr>
          <p:cNvSpPr/>
          <p:nvPr/>
        </p:nvSpPr>
        <p:spPr>
          <a:xfrm>
            <a:off x="0" y="0"/>
            <a:ext cx="12268200" cy="6858000"/>
          </a:xfrm>
          <a:prstGeom prst="rect">
            <a:avLst/>
          </a:prstGeom>
          <a:solidFill>
            <a:srgbClr val="1E23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a:extLst>
              <a:ext uri="{FF2B5EF4-FFF2-40B4-BE49-F238E27FC236}">
                <a16:creationId xmlns:a16="http://schemas.microsoft.com/office/drawing/2014/main" id="{450D5B18-2EA3-A518-4EEA-20A3D9BDA523}"/>
              </a:ext>
            </a:extLst>
          </p:cNvPr>
          <p:cNvPicPr>
            <a:picLocks noChangeAspect="1"/>
          </p:cNvPicPr>
          <p:nvPr/>
        </p:nvPicPr>
        <p:blipFill>
          <a:blip r:embed="rId2">
            <a:alphaModFix amt="22000"/>
            <a:extLst>
              <a:ext uri="{BEBA8EAE-BF5A-486C-A8C5-ECC9F3942E4B}">
                <a14:imgProps xmlns:a14="http://schemas.microsoft.com/office/drawing/2010/main">
                  <a14:imgLayer r:embed="rId3">
                    <a14:imgEffect>
                      <a14:brightnessContrast bright="-31000" contrast="100000"/>
                    </a14:imgEffect>
                  </a14:imgLayer>
                </a14:imgProps>
              </a:ext>
              <a:ext uri="{28A0092B-C50C-407E-A947-70E740481C1C}">
                <a14:useLocalDpi xmlns:a14="http://schemas.microsoft.com/office/drawing/2010/main" val="0"/>
              </a:ext>
            </a:extLst>
          </a:blip>
          <a:stretch>
            <a:fillRect/>
          </a:stretch>
        </p:blipFill>
        <p:spPr>
          <a:xfrm>
            <a:off x="-1784350" y="-3285821"/>
            <a:ext cx="15443372" cy="10953446"/>
          </a:xfrm>
          <a:prstGeom prst="rect">
            <a:avLst/>
          </a:prstGeom>
        </p:spPr>
      </p:pic>
      <p:sp>
        <p:nvSpPr>
          <p:cNvPr id="5" name="TextBox 4">
            <a:extLst>
              <a:ext uri="{FF2B5EF4-FFF2-40B4-BE49-F238E27FC236}">
                <a16:creationId xmlns:a16="http://schemas.microsoft.com/office/drawing/2014/main" id="{65B43DCA-9649-9843-DC59-D785A9B0BC2C}"/>
              </a:ext>
            </a:extLst>
          </p:cNvPr>
          <p:cNvSpPr txBox="1"/>
          <p:nvPr/>
        </p:nvSpPr>
        <p:spPr>
          <a:xfrm>
            <a:off x="2521743" y="2996719"/>
            <a:ext cx="7224713" cy="1446550"/>
          </a:xfrm>
          <a:prstGeom prst="rect">
            <a:avLst/>
          </a:prstGeom>
          <a:noFill/>
        </p:spPr>
        <p:txBody>
          <a:bodyPr wrap="square" rtlCol="0">
            <a:spAutoFit/>
          </a:bodyPr>
          <a:lstStyle/>
          <a:p>
            <a:pPr algn="ctr"/>
            <a:r>
              <a:rPr lang="en-IN" sz="8800" dirty="0">
                <a:solidFill>
                  <a:schemeClr val="accent4">
                    <a:lumMod val="60000"/>
                    <a:lumOff val="40000"/>
                  </a:schemeClr>
                </a:solidFill>
                <a:latin typeface="Maiandra GD" panose="020E0502030308020204" pitchFamily="34" charset="0"/>
              </a:rPr>
              <a:t>THANK YOU</a:t>
            </a:r>
          </a:p>
        </p:txBody>
      </p:sp>
      <p:pic>
        <p:nvPicPr>
          <p:cNvPr id="3" name="Picture 2">
            <a:extLst>
              <a:ext uri="{FF2B5EF4-FFF2-40B4-BE49-F238E27FC236}">
                <a16:creationId xmlns:a16="http://schemas.microsoft.com/office/drawing/2014/main" id="{D9412436-846F-007E-DC0B-667FF031A4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99884" y="3186422"/>
            <a:ext cx="4763165" cy="3391373"/>
          </a:xfrm>
          <a:prstGeom prst="rect">
            <a:avLst/>
          </a:prstGeom>
        </p:spPr>
      </p:pic>
      <p:pic>
        <p:nvPicPr>
          <p:cNvPr id="6" name="Picture 5">
            <a:extLst>
              <a:ext uri="{FF2B5EF4-FFF2-40B4-BE49-F238E27FC236}">
                <a16:creationId xmlns:a16="http://schemas.microsoft.com/office/drawing/2014/main" id="{3AA304C1-7DF3-DF8C-1470-227336DB89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8238352" y="242003"/>
            <a:ext cx="4763165" cy="2896004"/>
          </a:xfrm>
          <a:prstGeom prst="rect">
            <a:avLst/>
          </a:prstGeom>
        </p:spPr>
      </p:pic>
    </p:spTree>
    <p:extLst>
      <p:ext uri="{BB962C8B-B14F-4D97-AF65-F5344CB8AC3E}">
        <p14:creationId xmlns:p14="http://schemas.microsoft.com/office/powerpoint/2010/main" val="2382335171"/>
      </p:ext>
    </p:extLst>
  </p:cSld>
  <p:clrMapOvr>
    <a:masterClrMapping/>
  </p:clrMapOvr>
  <mc:AlternateContent xmlns:mc="http://schemas.openxmlformats.org/markup-compatibility/2006" xmlns:p14="http://schemas.microsoft.com/office/powerpoint/2010/main">
    <mc:Choice Requires="p14">
      <p:transition spd="slow" p14:dur="5000">
        <p:wipe dir="r"/>
      </p:transition>
    </mc:Choice>
    <mc:Fallback xmlns="">
      <p:transition spd="slow">
        <p:wipe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TotalTime>
  <Words>634</Words>
  <Application>Microsoft Office PowerPoint</Application>
  <PresentationFormat>Widescreen</PresentationFormat>
  <Paragraphs>70</Paragraphs>
  <Slides>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Arial</vt:lpstr>
      <vt:lpstr>Calibri</vt:lpstr>
      <vt:lpstr>Calibri Light</vt:lpstr>
      <vt:lpstr>Lucida Sans Typewriter</vt:lpstr>
      <vt:lpstr>Maiandra GD</vt:lpstr>
      <vt:lpstr>Palatino Linotype</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basil mathew</dc:creator>
  <cp:lastModifiedBy>basil mathew</cp:lastModifiedBy>
  <cp:revision>60</cp:revision>
  <dcterms:created xsi:type="dcterms:W3CDTF">2024-12-05T07:46:19Z</dcterms:created>
  <dcterms:modified xsi:type="dcterms:W3CDTF">2024-12-06T05:49:43Z</dcterms:modified>
</cp:coreProperties>
</file>