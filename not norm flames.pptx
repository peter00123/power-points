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9" autoAdjust="0"/>
    <p:restoredTop sz="94660"/>
  </p:normalViewPr>
  <p:slideViewPr>
    <p:cSldViewPr snapToGrid="0">
      <p:cViewPr>
        <p:scale>
          <a:sx n="50" d="100"/>
          <a:sy n="50" d="100"/>
        </p:scale>
        <p:origin x="3384" y="12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9886E-7D79-0A3C-A655-15F9A70FF6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6040F2-0A35-007B-2922-A7B9EB12E8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1BB78-0929-F61C-C0E1-91A1CBB8D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5EC1-1061-4EEE-9ECC-00C9EACCBF7A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17804-0666-8210-030F-4F07272A2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19B45-5315-FD4E-2767-00BB8D9B2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6AD2-0371-4B88-8F51-423A45C89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562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41804-EAA6-CC45-901C-96A9BCB2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2B472-C0A1-E112-CC51-C4C1DB928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2280F-1201-A0BD-5D48-279666304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5EC1-1061-4EEE-9ECC-00C9EACCBF7A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8880F-C4D7-5A4D-3A32-C3F61991D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83254-81C4-2727-2F71-75D7A3F6B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6AD2-0371-4B88-8F51-423A45C89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091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9A83-7D6B-0D97-6814-8737E3A16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0C550-810B-2BFC-CC54-2A2BB23BF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8E1F0-6025-83CA-1971-0D33A43EC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5EC1-1061-4EEE-9ECC-00C9EACCBF7A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F578A-E816-B839-727D-3EB6CA034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9F873-0430-6774-B67F-E77B8A5B1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6AD2-0371-4B88-8F51-423A45C89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846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71E66-3A13-4467-0075-290C6CC4B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6C2F6-021E-E20F-4403-DBA9A2B493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5E6A6C-4788-6A05-78E5-041BA254A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80C0C-7886-E308-E9C8-16E35D058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5EC1-1061-4EEE-9ECC-00C9EACCBF7A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0C9D50-BF80-E45E-7419-B4C9ABA74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4962A-F514-9BBB-9857-70D1B1957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6AD2-0371-4B88-8F51-423A45C89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053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074C-22A7-572B-5CB8-20BAA870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3E380-F899-BDD7-97B4-DC8B997E1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EEC75-0AC8-AA8A-D167-A4D220CC1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C3D9A1-BAD9-1210-F21B-6613B31FEF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3D43FB-888D-5621-2B80-80CFCF78B1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0C5BFA-99C4-8F38-5233-9BA56FDC8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5EC1-1061-4EEE-9ECC-00C9EACCBF7A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94F1D2-5741-4485-57F6-887AF569A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372CD9-FCC5-4B8F-0B81-E22938E39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6AD2-0371-4B88-8F51-423A45C89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0738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1956C-C3A0-9723-0197-F415D6C58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C5AE78-FB3C-843E-E598-4F425BE2A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5EC1-1061-4EEE-9ECC-00C9EACCBF7A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6AE810-DEF9-8637-88F1-0779D1050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80888-12D3-A2FF-D7C5-920FE2D9A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6AD2-0371-4B88-8F51-423A45C89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75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67B0DE-7EC3-ACC0-5A6C-1AF139198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5EC1-1061-4EEE-9ECC-00C9EACCBF7A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8841E1-6D1E-81E4-04B5-277984A86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C44EF-890B-1BE2-2E7C-DEC8D8EF3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6AD2-0371-4B88-8F51-423A45C89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904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8277A-43CD-8B61-7976-A0DF5D6C5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DBC16-6492-A610-2A5E-5692784AB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281014-01A2-B67B-5E6E-423F429200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DE4C8-42AC-711C-8C71-9CB82E0B5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5EC1-1061-4EEE-9ECC-00C9EACCBF7A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752C6C-A4A9-46FD-D1F4-D69B0967B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E9F14-DA96-698A-2CBB-F3A42504F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6AD2-0371-4B88-8F51-423A45C89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544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79356-54F3-DF02-3E14-6C412F158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8CAA8C-9850-25E1-350F-1E2A01802F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C9B20A-03C0-E219-FA44-0489651A7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718F5-796D-6D30-ABD0-4074C1BE3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5EC1-1061-4EEE-9ECC-00C9EACCBF7A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222168-10B1-77F1-E36C-14B234FCF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7602B-D65A-4131-C69D-6F05B5803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6AD2-0371-4B88-8F51-423A45C89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08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658F3-BDBC-0FD1-2AE3-9CB2C8BFB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8DECD2-5412-CF6E-33ED-B33F39402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5B6B9-A286-C88B-9986-8975D59E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5EC1-1061-4EEE-9ECC-00C9EACCBF7A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8322A-4FEB-B5D1-4DF3-9EB924FD0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11DA3-8FA2-FE82-41AF-EA56834B2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6AD2-0371-4B88-8F51-423A45C89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415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49B660-7231-4E7E-396D-F0FD3E5DD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5C6BEE-AACA-8B5D-BCEF-F82B777E9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4182-6A9D-2D61-23B5-A0064A9BE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5EC1-1061-4EEE-9ECC-00C9EACCBF7A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94228-41FB-222A-E994-B7E17A078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0F243-42A0-54F8-F179-76BF6F6F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6AD2-0371-4B88-8F51-423A45C89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410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A30912-F343-F988-BDA8-706EC9D3B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B13F7-9093-BB04-C6FA-D608500D0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C6FB8-C657-511B-7D6F-582FABD695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5EC1-1061-4EEE-9ECC-00C9EACCBF7A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15F5A-A0DB-EA65-3463-7158191901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968B3-837B-878C-6E97-FB8B8DF972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56AD2-0371-4B88-8F51-423A45C89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61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00719F6-62E0-7DC0-634D-F7825A22F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5050" y="-15240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84C24B-E5A3-0AB9-2AC7-E483E59E40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7550" y="-2400"/>
            <a:ext cx="10287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0DB02F-7EAF-D366-0AB4-5661ADAD07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5050" y="14760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06B925-0A27-B803-901E-798A98ADBD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-240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2832439-FFC6-7233-3BAD-B1A31CA8E2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53EF63BA-419D-FE33-A969-0DAFE8923BFE}"/>
              </a:ext>
            </a:extLst>
          </p:cNvPr>
          <p:cNvSpPr/>
          <p:nvPr/>
        </p:nvSpPr>
        <p:spPr>
          <a:xfrm>
            <a:off x="-225000" y="-534600"/>
            <a:ext cx="12642000" cy="914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7EEE965-FC7D-0C56-1C62-3D7E452C3F86}"/>
              </a:ext>
            </a:extLst>
          </p:cNvPr>
          <p:cNvSpPr/>
          <p:nvPr/>
        </p:nvSpPr>
        <p:spPr>
          <a:xfrm>
            <a:off x="-225000" y="6430500"/>
            <a:ext cx="12642000" cy="914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BAC3DE-B6CD-4924-EB35-BEF3723BD4F2}"/>
              </a:ext>
            </a:extLst>
          </p:cNvPr>
          <p:cNvSpPr txBox="1"/>
          <p:nvPr/>
        </p:nvSpPr>
        <p:spPr>
          <a:xfrm>
            <a:off x="2814637" y="1933478"/>
            <a:ext cx="65627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latin typeface="Algerian" panose="04020705040A02060702" pitchFamily="82" charset="0"/>
              </a:rPr>
              <a:t>Not norm</a:t>
            </a:r>
          </a:p>
          <a:p>
            <a:pPr algn="ctr"/>
            <a:r>
              <a:rPr lang="en-IN" sz="6000" dirty="0" err="1">
                <a:latin typeface="Algerian" panose="04020705040A02060702" pitchFamily="82" charset="0"/>
              </a:rPr>
              <a:t>falmes</a:t>
            </a:r>
            <a:endParaRPr lang="en-IN" sz="6000" dirty="0">
              <a:latin typeface="Algerian" panose="04020705040A02060702" pitchFamily="82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F6CBE17-4353-3E42-6960-CDB1BD358D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24293" y="1106288"/>
            <a:ext cx="3863850" cy="386385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282BF7A-0268-BB75-FA54-755E80EAC390}"/>
              </a:ext>
            </a:extLst>
          </p:cNvPr>
          <p:cNvSpPr txBox="1"/>
          <p:nvPr/>
        </p:nvSpPr>
        <p:spPr>
          <a:xfrm>
            <a:off x="-6183807" y="4589295"/>
            <a:ext cx="60066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Git hub</a:t>
            </a:r>
          </a:p>
          <a:p>
            <a:r>
              <a:rPr lang="en-IN" sz="3200" dirty="0">
                <a:solidFill>
                  <a:schemeClr val="bg1"/>
                </a:solidFill>
              </a:rPr>
              <a:t>peter00123.github.io/flame-tes2</a:t>
            </a:r>
          </a:p>
        </p:txBody>
      </p:sp>
    </p:spTree>
    <p:extLst>
      <p:ext uri="{BB962C8B-B14F-4D97-AF65-F5344CB8AC3E}">
        <p14:creationId xmlns:p14="http://schemas.microsoft.com/office/powerpoint/2010/main" val="294612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00719F6-62E0-7DC0-634D-F7825A22F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5050" y="-15240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84C24B-E5A3-0AB9-2AC7-E483E59E40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7550" y="-2400"/>
            <a:ext cx="10287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0DB02F-7EAF-D366-0AB4-5661ADAD07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3330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06B925-0A27-B803-901E-798A98ADBD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85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2832439-FFC6-7233-3BAD-B1A31CA8E2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92000" y="-152400"/>
            <a:ext cx="12192000" cy="6858000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53EF63BA-419D-FE33-A969-0DAFE8923BFE}"/>
              </a:ext>
            </a:extLst>
          </p:cNvPr>
          <p:cNvSpPr/>
          <p:nvPr/>
        </p:nvSpPr>
        <p:spPr>
          <a:xfrm>
            <a:off x="-225000" y="-534600"/>
            <a:ext cx="12642000" cy="1296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4EFCCC3-48ED-B726-89FE-755BA3D91871}"/>
              </a:ext>
            </a:extLst>
          </p:cNvPr>
          <p:cNvSpPr/>
          <p:nvPr/>
        </p:nvSpPr>
        <p:spPr>
          <a:xfrm>
            <a:off x="-225000" y="6057300"/>
            <a:ext cx="12642000" cy="1296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5B343F-B52D-7295-5D10-FBB38D60B2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" y="1713300"/>
            <a:ext cx="3126600" cy="3126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EB14DB-D0DE-BDD9-BE9A-0488DB46098F}"/>
              </a:ext>
            </a:extLst>
          </p:cNvPr>
          <p:cNvSpPr txBox="1"/>
          <p:nvPr/>
        </p:nvSpPr>
        <p:spPr>
          <a:xfrm>
            <a:off x="5276286" y="4980082"/>
            <a:ext cx="60066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Git hub</a:t>
            </a:r>
          </a:p>
          <a:p>
            <a:r>
              <a:rPr lang="en-IN" sz="3200" dirty="0">
                <a:solidFill>
                  <a:schemeClr val="bg1"/>
                </a:solidFill>
              </a:rPr>
              <a:t>peter00123.github.io/flame-tes2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0B99AE-DC19-291C-9BFA-BD4648D55455}"/>
              </a:ext>
            </a:extLst>
          </p:cNvPr>
          <p:cNvSpPr txBox="1"/>
          <p:nvPr/>
        </p:nvSpPr>
        <p:spPr>
          <a:xfrm rot="16200000">
            <a:off x="5406432" y="-2671968"/>
            <a:ext cx="35668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Algerian" panose="04020705040A02060702" pitchFamily="82" charset="0"/>
              </a:rPr>
              <a:t>Objective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6487676-0111-C031-3E7F-2910B12943E6}"/>
              </a:ext>
            </a:extLst>
          </p:cNvPr>
          <p:cNvSpPr/>
          <p:nvPr/>
        </p:nvSpPr>
        <p:spPr>
          <a:xfrm>
            <a:off x="-5996082" y="1934974"/>
            <a:ext cx="4129537" cy="2648188"/>
          </a:xfrm>
          <a:prstGeom prst="roundRect">
            <a:avLst/>
          </a:prstGeom>
          <a:solidFill>
            <a:srgbClr val="00000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FED300-DF50-E5D7-1932-6EEF0CE787E2}"/>
              </a:ext>
            </a:extLst>
          </p:cNvPr>
          <p:cNvSpPr txBox="1"/>
          <p:nvPr/>
        </p:nvSpPr>
        <p:spPr>
          <a:xfrm>
            <a:off x="-5689032" y="2274838"/>
            <a:ext cx="38224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Works as normal 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Customizable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****</a:t>
            </a:r>
          </a:p>
        </p:txBody>
      </p:sp>
    </p:spTree>
    <p:extLst>
      <p:ext uri="{BB962C8B-B14F-4D97-AF65-F5344CB8AC3E}">
        <p14:creationId xmlns:p14="http://schemas.microsoft.com/office/powerpoint/2010/main" val="6572286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00719F6-62E0-7DC0-634D-F7825A22F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5050" y="-15240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84C24B-E5A3-0AB9-2AC7-E483E59E40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0"/>
            <a:ext cx="10287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0DB02F-7EAF-D366-0AB4-5661ADAD07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980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06B925-0A27-B803-901E-798A98ADBD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92000" y="-152400"/>
            <a:ext cx="12192000" cy="6858000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53EF63BA-419D-FE33-A969-0DAFE8923BFE}"/>
              </a:ext>
            </a:extLst>
          </p:cNvPr>
          <p:cNvSpPr/>
          <p:nvPr/>
        </p:nvSpPr>
        <p:spPr>
          <a:xfrm>
            <a:off x="-225000" y="-534600"/>
            <a:ext cx="12642000" cy="1296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4EFCCC3-48ED-B726-89FE-755BA3D91871}"/>
              </a:ext>
            </a:extLst>
          </p:cNvPr>
          <p:cNvSpPr/>
          <p:nvPr/>
        </p:nvSpPr>
        <p:spPr>
          <a:xfrm>
            <a:off x="-225000" y="6057300"/>
            <a:ext cx="12642000" cy="1296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3FF451-E57B-AFD2-419A-ECF7BEC7C3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6350" y="804222"/>
            <a:ext cx="3863850" cy="38638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293059-15F3-9EB4-D8A8-091D9237E9BA}"/>
              </a:ext>
            </a:extLst>
          </p:cNvPr>
          <p:cNvSpPr txBox="1"/>
          <p:nvPr/>
        </p:nvSpPr>
        <p:spPr>
          <a:xfrm>
            <a:off x="17296836" y="4287229"/>
            <a:ext cx="60066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Git hub</a:t>
            </a:r>
          </a:p>
          <a:p>
            <a:r>
              <a:rPr lang="en-IN" sz="3200" dirty="0">
                <a:solidFill>
                  <a:schemeClr val="bg1"/>
                </a:solidFill>
              </a:rPr>
              <a:t>peter00123.github.io/flame-tes2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D43998-9C17-656C-51F2-EBBBA7BE975F}"/>
              </a:ext>
            </a:extLst>
          </p:cNvPr>
          <p:cNvSpPr txBox="1"/>
          <p:nvPr/>
        </p:nvSpPr>
        <p:spPr>
          <a:xfrm>
            <a:off x="4312575" y="171450"/>
            <a:ext cx="35668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Algerian" panose="04020705040A02060702" pitchFamily="82" charset="0"/>
              </a:rPr>
              <a:t>Objective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A7E6B7D-F970-1870-4E96-0714AE328A14}"/>
              </a:ext>
            </a:extLst>
          </p:cNvPr>
          <p:cNvSpPr/>
          <p:nvPr/>
        </p:nvSpPr>
        <p:spPr>
          <a:xfrm>
            <a:off x="3398174" y="2019884"/>
            <a:ext cx="4129537" cy="2648188"/>
          </a:xfrm>
          <a:prstGeom prst="roundRect">
            <a:avLst/>
          </a:prstGeom>
          <a:solidFill>
            <a:srgbClr val="00000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338FC4-2497-9C21-3256-74F12817A6B6}"/>
              </a:ext>
            </a:extLst>
          </p:cNvPr>
          <p:cNvSpPr txBox="1"/>
          <p:nvPr/>
        </p:nvSpPr>
        <p:spPr>
          <a:xfrm>
            <a:off x="3705224" y="2359748"/>
            <a:ext cx="38224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Works as normal 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Customizable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****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13A870-C04A-867F-DE8B-52A240ADA3B9}"/>
              </a:ext>
            </a:extLst>
          </p:cNvPr>
          <p:cNvSpPr txBox="1"/>
          <p:nvPr/>
        </p:nvSpPr>
        <p:spPr>
          <a:xfrm>
            <a:off x="-8751844" y="2214771"/>
            <a:ext cx="697095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0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Algerian" panose="04020705040A02060702" pitchFamily="82" charset="0"/>
              </a:rPr>
              <a:t>Embedded</a:t>
            </a:r>
          </a:p>
          <a:p>
            <a:pPr algn="ctr"/>
            <a:r>
              <a:rPr lang="en-IN" sz="6600" b="0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Algerian" panose="04020705040A02060702" pitchFamily="82" charset="0"/>
              </a:rPr>
              <a:t> Google S</a:t>
            </a:r>
            <a:r>
              <a:rPr lang="en-IN" sz="6600" dirty="0">
                <a:solidFill>
                  <a:schemeClr val="bg1"/>
                </a:solidFill>
                <a:highlight>
                  <a:srgbClr val="000000"/>
                </a:highlight>
                <a:latin typeface="Algerian" panose="04020705040A02060702" pitchFamily="82" charset="0"/>
              </a:rPr>
              <a:t>heets</a:t>
            </a:r>
          </a:p>
        </p:txBody>
      </p:sp>
    </p:spTree>
    <p:extLst>
      <p:ext uri="{BB962C8B-B14F-4D97-AF65-F5344CB8AC3E}">
        <p14:creationId xmlns:p14="http://schemas.microsoft.com/office/powerpoint/2010/main" val="9788359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00719F6-62E0-7DC0-634D-F7825A22F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7000" y="11370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84C24B-E5A3-0AB9-2AC7-E483E59E40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5000" y="113700"/>
            <a:ext cx="12642000" cy="842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0DB02F-7EAF-D366-0AB4-5661ADAD07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92000" y="113700"/>
            <a:ext cx="12192000" cy="68580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05AA9084-A07E-362F-E6DB-603FEA6E26F8}"/>
              </a:ext>
            </a:extLst>
          </p:cNvPr>
          <p:cNvSpPr/>
          <p:nvPr/>
        </p:nvSpPr>
        <p:spPr>
          <a:xfrm>
            <a:off x="-225000" y="-534600"/>
            <a:ext cx="12642000" cy="1296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7D12C07-B7E3-5378-368E-76E0ED2F93F9}"/>
              </a:ext>
            </a:extLst>
          </p:cNvPr>
          <p:cNvSpPr/>
          <p:nvPr/>
        </p:nvSpPr>
        <p:spPr>
          <a:xfrm>
            <a:off x="-225000" y="6057300"/>
            <a:ext cx="12642000" cy="1296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64BFC31-7522-1C35-83DE-B91FD50ADEDA}"/>
              </a:ext>
            </a:extLst>
          </p:cNvPr>
          <p:cNvSpPr/>
          <p:nvPr/>
        </p:nvSpPr>
        <p:spPr>
          <a:xfrm>
            <a:off x="14751974" y="2362784"/>
            <a:ext cx="4129537" cy="2648188"/>
          </a:xfrm>
          <a:prstGeom prst="roundRect">
            <a:avLst/>
          </a:prstGeom>
          <a:solidFill>
            <a:srgbClr val="00000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CD1A8D-ADBE-D8E7-1B3C-3A9E79030D91}"/>
              </a:ext>
            </a:extLst>
          </p:cNvPr>
          <p:cNvSpPr txBox="1"/>
          <p:nvPr/>
        </p:nvSpPr>
        <p:spPr>
          <a:xfrm>
            <a:off x="15059024" y="2702648"/>
            <a:ext cx="38224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Works as normal 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Customizable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****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56E09D-1741-6F3D-DCE0-BCEF6B3FF1B7}"/>
              </a:ext>
            </a:extLst>
          </p:cNvPr>
          <p:cNvSpPr txBox="1"/>
          <p:nvPr/>
        </p:nvSpPr>
        <p:spPr>
          <a:xfrm rot="5400000">
            <a:off x="2274225" y="-2023668"/>
            <a:ext cx="35668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Algerian" panose="04020705040A02060702" pitchFamily="82" charset="0"/>
              </a:rPr>
              <a:t>Objective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71C5CB-8202-A5B3-9F36-49ED23B9DA2D}"/>
              </a:ext>
            </a:extLst>
          </p:cNvPr>
          <p:cNvSpPr txBox="1"/>
          <p:nvPr/>
        </p:nvSpPr>
        <p:spPr>
          <a:xfrm>
            <a:off x="2948025" y="2480871"/>
            <a:ext cx="697095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0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Algerian" panose="04020705040A02060702" pitchFamily="82" charset="0"/>
              </a:rPr>
              <a:t>Embedded</a:t>
            </a:r>
          </a:p>
          <a:p>
            <a:pPr algn="ctr"/>
            <a:r>
              <a:rPr lang="en-IN" sz="6600" b="0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Algerian" panose="04020705040A02060702" pitchFamily="82" charset="0"/>
              </a:rPr>
              <a:t> Google S</a:t>
            </a:r>
            <a:r>
              <a:rPr lang="en-IN" sz="6600" dirty="0">
                <a:solidFill>
                  <a:schemeClr val="bg1"/>
                </a:solidFill>
                <a:highlight>
                  <a:srgbClr val="000000"/>
                </a:highlight>
                <a:latin typeface="Algerian" panose="04020705040A02060702" pitchFamily="82" charset="0"/>
              </a:rPr>
              <a:t>heets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2E1DAB-D1E1-BAD4-65D2-4BE68619CC34}"/>
              </a:ext>
            </a:extLst>
          </p:cNvPr>
          <p:cNvSpPr txBox="1"/>
          <p:nvPr/>
        </p:nvSpPr>
        <p:spPr>
          <a:xfrm>
            <a:off x="-9374400" y="5010972"/>
            <a:ext cx="49911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solidFill>
                  <a:schemeClr val="bg1"/>
                </a:solidFill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846007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00719F6-62E0-7DC0-634D-F7825A22F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240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84C24B-E5A3-0AB9-2AC7-E483E59E40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642000" y="-534600"/>
            <a:ext cx="12642000" cy="8428000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53EF63BA-419D-FE33-A969-0DAFE8923BFE}"/>
              </a:ext>
            </a:extLst>
          </p:cNvPr>
          <p:cNvSpPr/>
          <p:nvPr/>
        </p:nvSpPr>
        <p:spPr>
          <a:xfrm>
            <a:off x="-225000" y="-534600"/>
            <a:ext cx="12642000" cy="1296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4EFCCC3-48ED-B726-89FE-755BA3D91871}"/>
              </a:ext>
            </a:extLst>
          </p:cNvPr>
          <p:cNvSpPr/>
          <p:nvPr/>
        </p:nvSpPr>
        <p:spPr>
          <a:xfrm>
            <a:off x="-225000" y="6057300"/>
            <a:ext cx="12642000" cy="1296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53E3F5-97A9-CCE6-4766-5A89B557D4C6}"/>
              </a:ext>
            </a:extLst>
          </p:cNvPr>
          <p:cNvSpPr txBox="1"/>
          <p:nvPr/>
        </p:nvSpPr>
        <p:spPr>
          <a:xfrm>
            <a:off x="12192000" y="2214771"/>
            <a:ext cx="697095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0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Algerian" panose="04020705040A02060702" pitchFamily="82" charset="0"/>
              </a:rPr>
              <a:t>Embedded</a:t>
            </a:r>
          </a:p>
          <a:p>
            <a:pPr algn="ctr"/>
            <a:r>
              <a:rPr lang="en-IN" sz="6600" b="0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Algerian" panose="04020705040A02060702" pitchFamily="82" charset="0"/>
              </a:rPr>
              <a:t> Google S</a:t>
            </a:r>
            <a:r>
              <a:rPr lang="en-IN" sz="6600" dirty="0">
                <a:solidFill>
                  <a:schemeClr val="bg1"/>
                </a:solidFill>
                <a:highlight>
                  <a:srgbClr val="000000"/>
                </a:highlight>
                <a:latin typeface="Algerian" panose="04020705040A02060702" pitchFamily="82" charset="0"/>
              </a:rPr>
              <a:t>heets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B800BE-47C9-51D8-7F6D-BC500E988D82}"/>
              </a:ext>
            </a:extLst>
          </p:cNvPr>
          <p:cNvSpPr txBox="1"/>
          <p:nvPr/>
        </p:nvSpPr>
        <p:spPr>
          <a:xfrm>
            <a:off x="3751050" y="4696046"/>
            <a:ext cx="49911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solidFill>
                  <a:schemeClr val="bg1"/>
                </a:solidFill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086570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67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Algerian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basil mathew</dc:creator>
  <cp:lastModifiedBy>basil mathew</cp:lastModifiedBy>
  <cp:revision>2</cp:revision>
  <dcterms:created xsi:type="dcterms:W3CDTF">2024-08-28T04:06:07Z</dcterms:created>
  <dcterms:modified xsi:type="dcterms:W3CDTF">2024-08-28T04:35:27Z</dcterms:modified>
</cp:coreProperties>
</file>