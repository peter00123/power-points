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128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566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22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130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250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858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87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688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342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0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219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92115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9010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045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13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832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66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43AA330-B630-4EA5-88B0-CBC29A6CD295}" type="datetimeFigureOut">
              <a:rPr lang="en-IN" smtClean="0"/>
              <a:t>21-07-2024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96EEA-1F30-470D-8B00-83EEA7373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2199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FDD3A4-D7F3-79DD-C6F4-10F4DAB0D304}"/>
              </a:ext>
            </a:extLst>
          </p:cNvPr>
          <p:cNvSpPr txBox="1"/>
          <p:nvPr/>
        </p:nvSpPr>
        <p:spPr>
          <a:xfrm>
            <a:off x="4146804" y="2359152"/>
            <a:ext cx="48783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000" b="1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Peter’s </a:t>
            </a:r>
          </a:p>
          <a:p>
            <a:r>
              <a:rPr lang="en-IN" sz="5000" b="1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		cheat-sheet</a:t>
            </a:r>
          </a:p>
        </p:txBody>
      </p:sp>
    </p:spTree>
    <p:extLst>
      <p:ext uri="{BB962C8B-B14F-4D97-AF65-F5344CB8AC3E}">
        <p14:creationId xmlns:p14="http://schemas.microsoft.com/office/powerpoint/2010/main" val="2057075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E1FA84-C11F-A1D5-6C18-845CA543C918}"/>
              </a:ext>
            </a:extLst>
          </p:cNvPr>
          <p:cNvSpPr txBox="1"/>
          <p:nvPr/>
        </p:nvSpPr>
        <p:spPr>
          <a:xfrm>
            <a:off x="182880" y="164592"/>
            <a:ext cx="914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accent3">
                    <a:lumMod val="75000"/>
                  </a:schemeClr>
                </a:solidFill>
              </a:rPr>
              <a:t>Ai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E95E1E-D3BF-599C-42BA-B992167008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1" b="10555"/>
          <a:stretch/>
        </p:blipFill>
        <p:spPr>
          <a:xfrm>
            <a:off x="1307972" y="-90260"/>
            <a:ext cx="4254627" cy="70385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76EB6E-F991-56CE-CBF8-44C24DE54A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79" b="32743"/>
          <a:stretch/>
        </p:blipFill>
        <p:spPr>
          <a:xfrm>
            <a:off x="6629403" y="76120"/>
            <a:ext cx="5051298" cy="592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17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5B0598-49A6-178E-A3A5-74BE1A8148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" t="39859" r="-1646" b="16586"/>
          <a:stretch/>
        </p:blipFill>
        <p:spPr>
          <a:xfrm>
            <a:off x="2222500" y="0"/>
            <a:ext cx="7398387" cy="716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84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52B294-7153-E51F-E1AE-38FD53E7C2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83" b="40417"/>
          <a:stretch/>
        </p:blipFill>
        <p:spPr>
          <a:xfrm>
            <a:off x="9039225" y="3686175"/>
            <a:ext cx="3086100" cy="3086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DB1319-64C2-298D-52E7-0B7D19F91697}"/>
              </a:ext>
            </a:extLst>
          </p:cNvPr>
          <p:cNvSpPr txBox="1"/>
          <p:nvPr/>
        </p:nvSpPr>
        <p:spPr>
          <a:xfrm>
            <a:off x="0" y="0"/>
            <a:ext cx="34766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accent3">
                    <a:lumMod val="75000"/>
                  </a:schemeClr>
                </a:solidFill>
              </a:rPr>
              <a:t>cyber</a:t>
            </a:r>
          </a:p>
        </p:txBody>
      </p:sp>
    </p:spTree>
    <p:extLst>
      <p:ext uri="{BB962C8B-B14F-4D97-AF65-F5344CB8AC3E}">
        <p14:creationId xmlns:p14="http://schemas.microsoft.com/office/powerpoint/2010/main" val="3723583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C93DA2-10BF-AF78-5D1B-09B1AB942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50" y="0"/>
            <a:ext cx="30861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80F0C1-DAE3-E566-E546-61F10044A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950" y="150000"/>
            <a:ext cx="30861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EC89D8-C03D-5A71-2CC4-D31749CEA8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950" y="300000"/>
            <a:ext cx="30861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82F0D5-E7BA-A226-BEA8-C9AEE41E12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059" y="450000"/>
            <a:ext cx="9681882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E733B6-77DB-266C-5B3F-2DBE5449ED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950" y="600000"/>
            <a:ext cx="30861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ABFC65-4E2A-67D8-96E2-60CC024A84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950" y="75000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08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942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106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627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73084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</TotalTime>
  <Words>6</Words>
  <Application>Microsoft Office PowerPoint</Application>
  <PresentationFormat>Widescreen</PresentationFormat>
  <Paragraphs>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basil mathew</dc:creator>
  <cp:lastModifiedBy>basil mathew</cp:lastModifiedBy>
  <cp:revision>2</cp:revision>
  <dcterms:created xsi:type="dcterms:W3CDTF">2024-07-21T08:48:50Z</dcterms:created>
  <dcterms:modified xsi:type="dcterms:W3CDTF">2024-07-21T09:13:36Z</dcterms:modified>
</cp:coreProperties>
</file>