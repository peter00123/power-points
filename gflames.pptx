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00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8989" autoAdjust="0"/>
    <p:restoredTop sz="94660"/>
  </p:normalViewPr>
  <p:slideViewPr>
    <p:cSldViewPr snapToGrid="0">
      <p:cViewPr>
        <p:scale>
          <a:sx n="50" d="100"/>
          <a:sy n="50" d="100"/>
        </p:scale>
        <p:origin x="3036" y="121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6F9886E-7D79-0A3C-A655-15F9A70FF66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306040F2-0A35-007B-2922-A7B9EB12E89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E01BB78-0929-F61C-C0E1-91A1CBB8D1D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E175EC1-1061-4EEE-9ECC-00C9EACCBF7A}" type="datetimeFigureOut">
              <a:rPr lang="en-IN" smtClean="0"/>
              <a:t>28-08-2024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2917804-0666-8210-030F-4F07272A236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C219B45-5315-FD4E-2767-00BB8D9B2A4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C56AD2-0371-4B88-8F51-423A45C89CA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84856274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A441804-EAA6-CC45-901C-96A9BCB2587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A52B472-C0A1-E112-CC51-C4C1DB928E1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442280F-1201-A0BD-5D48-2796663043F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E175EC1-1061-4EEE-9ECC-00C9EACCBF7A}" type="datetimeFigureOut">
              <a:rPr lang="en-IN" smtClean="0"/>
              <a:t>28-08-2024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B58880F-C4D7-5A4D-3A32-C3F61991D35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B583254-81C4-2727-2F71-75D7A3F6B21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C56AD2-0371-4B88-8F51-423A45C89CA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56109106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1EA9A83-7D6B-0D97-6814-8737E3A16DC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150C550-810B-2BFC-CC54-2A2BB23BF5C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C88E1F0-6025-83CA-1971-0D33A43ECB7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E175EC1-1061-4EEE-9ECC-00C9EACCBF7A}" type="datetimeFigureOut">
              <a:rPr lang="en-IN" smtClean="0"/>
              <a:t>28-08-2024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D5F578A-E816-B839-727D-3EB6CA03477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A19F873-0430-6774-B67F-E77B8A5B126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C56AD2-0371-4B88-8F51-423A45C89CA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85784624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F971E66-3A13-4467-0075-290C6CC4BEB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466C2F6-021E-E20F-4403-DBA9A2B49330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95E6A6C-4788-6A05-78E5-041BA254A41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0280C0C-7886-E308-E9C8-16E35D05862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E175EC1-1061-4EEE-9ECC-00C9EACCBF7A}" type="datetimeFigureOut">
              <a:rPr lang="en-IN" smtClean="0"/>
              <a:t>28-08-2024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80C9D50-BF80-E45E-7419-B4C9ABA7475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414962A-F514-9BBB-9857-70D1B195754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C56AD2-0371-4B88-8F51-423A45C89CA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52105301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60E074C-22A7-572B-5CB8-20BAA8707BA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C03E380-F899-BDD7-97B4-DC8B997E1A7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42EEC75-0AC8-AA8A-D167-A4D220CC1F1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C7C3D9A1-BAD9-1210-F21B-6613B31FEF21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603D43FB-888D-5621-2B80-80CFCF78B102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220C5BFA-99C4-8F38-5233-9BA56FDC898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E175EC1-1061-4EEE-9ECC-00C9EACCBF7A}" type="datetimeFigureOut">
              <a:rPr lang="en-IN" smtClean="0"/>
              <a:t>28-08-2024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BB94F1D2-5741-4485-57F6-887AF569A67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F8372CD9-FCC5-4B8F-0B81-E22938E397A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C56AD2-0371-4B88-8F51-423A45C89CA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36073857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B11956C-C3A0-9723-0197-F415D6C58BB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D8C5AE78-FB3C-843E-E598-4F425BE2A24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E175EC1-1061-4EEE-9ECC-00C9EACCBF7A}" type="datetimeFigureOut">
              <a:rPr lang="en-IN" smtClean="0"/>
              <a:t>28-08-2024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286AE810-DEF9-8637-88F1-0779D105054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DBB80888-12D3-A2FF-D7C5-920FE2D9A70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C56AD2-0371-4B88-8F51-423A45C89CA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3287599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3567B0DE-7EC3-ACC0-5A6C-1AF1391986A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E175EC1-1061-4EEE-9ECC-00C9EACCBF7A}" type="datetimeFigureOut">
              <a:rPr lang="en-IN" smtClean="0"/>
              <a:t>28-08-2024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008841E1-6D1E-81E4-04B5-277984A861B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4BC44EF-890B-1BE2-2E7C-DEC8D8EF318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C56AD2-0371-4B88-8F51-423A45C89CA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36990451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098277A-43CD-8B61-7976-A0DF5D6C5C6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ECDBC16-6492-A610-2A5E-5692784AB5A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1281014-01A2-B67B-5E6E-423F429200E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41DE4C8-42AC-711C-8C71-9CB82E0B56B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E175EC1-1061-4EEE-9ECC-00C9EACCBF7A}" type="datetimeFigureOut">
              <a:rPr lang="en-IN" smtClean="0"/>
              <a:t>28-08-2024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D752C6C-A4A9-46FD-D1F4-D69B0967B3C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0AE9F14-DA96-698A-2CBB-F3A42504FF5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C56AD2-0371-4B88-8F51-423A45C89CA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56254461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5F79356-54F3-DF02-3E14-6C412F1581D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D68CAA8C-9850-25E1-350F-1E2A01802F5D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7C9B20A-03C0-E219-FA44-0489651A72C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5F718F5-796D-6D30-ABD0-4074C1BE342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E175EC1-1061-4EEE-9ECC-00C9EACCBF7A}" type="datetimeFigureOut">
              <a:rPr lang="en-IN" smtClean="0"/>
              <a:t>28-08-2024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4222168-10B1-77F1-E36C-14B234FCF2A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007602B-D65A-4131-C69D-6F05B580321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C56AD2-0371-4B88-8F51-423A45C89CA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22708438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1F658F3-BDBC-0FD1-2AE3-9CB2C8BFB72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A08DECD2-5412-CF6E-33ED-B33F39402DB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AD5B6B9-A286-C88B-9986-8975D59EC3B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E175EC1-1061-4EEE-9ECC-00C9EACCBF7A}" type="datetimeFigureOut">
              <a:rPr lang="en-IN" smtClean="0"/>
              <a:t>28-08-2024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A58322A-4FEB-B5D1-4DF3-9EB924FD014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2A11DA3-8FA2-FE82-41AF-EA56834B2D7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C56AD2-0371-4B88-8F51-423A45C89CA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86441547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B349B660-7231-4E7E-396D-F0FD3E5DDEA1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E35C6BEE-AACA-8B5D-BCEF-F82B777E909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C314182-6A9D-2D61-23B5-A0064A9BE0B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E175EC1-1061-4EEE-9ECC-00C9EACCBF7A}" type="datetimeFigureOut">
              <a:rPr lang="en-IN" smtClean="0"/>
              <a:t>28-08-2024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4694228-41FB-222A-E994-B7E17A07886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500F243-42A0-54F8-F179-76BF6F6FE33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C56AD2-0371-4B88-8F51-423A45C89CA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90741090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DDA30912-F343-F988-BDA8-706EC9D3B90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05B13F7-9093-BB04-C6FA-D608500D0AD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B0C6FB8-C657-511B-7D6F-582FABD69599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E175EC1-1061-4EEE-9ECC-00C9EACCBF7A}" type="datetimeFigureOut">
              <a:rPr lang="en-IN" smtClean="0"/>
              <a:t>28-08-2024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6415F5A-A0DB-EA65-3463-71581919016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E4968B3-837B-878C-6E97-FB8B8DF9728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0C56AD2-0371-4B88-8F51-423A45C89CA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9376180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7" Type="http://schemas.openxmlformats.org/officeDocument/2006/relationships/image" Target="../media/image6.png"/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jpg"/><Relationship Id="rId5" Type="http://schemas.openxmlformats.org/officeDocument/2006/relationships/image" Target="../media/image4.jpg"/><Relationship Id="rId4" Type="http://schemas.openxmlformats.org/officeDocument/2006/relationships/image" Target="../media/image3.jpe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7" Type="http://schemas.openxmlformats.org/officeDocument/2006/relationships/image" Target="../media/image6.png"/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jpg"/><Relationship Id="rId5" Type="http://schemas.openxmlformats.org/officeDocument/2006/relationships/image" Target="../media/image4.jpg"/><Relationship Id="rId4" Type="http://schemas.openxmlformats.org/officeDocument/2006/relationships/image" Target="../media/image3.jpe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6.png"/><Relationship Id="rId5" Type="http://schemas.openxmlformats.org/officeDocument/2006/relationships/image" Target="../media/image4.jpg"/><Relationship Id="rId4" Type="http://schemas.openxmlformats.org/officeDocument/2006/relationships/image" Target="../media/image3.jpe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jpe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jpg"/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image" Target="../media/image7.jp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>
            <a:extLst>
              <a:ext uri="{FF2B5EF4-FFF2-40B4-BE49-F238E27FC236}">
                <a16:creationId xmlns:a16="http://schemas.microsoft.com/office/drawing/2014/main" id="{800719F6-62E0-7DC0-634D-F7825A22FD7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735050" y="-152400"/>
            <a:ext cx="12192000" cy="6858000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8784C24B-E5A3-0AB9-2AC7-E483E59E4074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837550" y="-2400"/>
            <a:ext cx="10287000" cy="6858000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B40DB02F-7EAF-D366-0AB4-5661ADAD076F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035050" y="147600"/>
            <a:ext cx="12192000" cy="6858000"/>
          </a:xfrm>
          <a:prstGeom prst="rect">
            <a:avLst/>
          </a:prstGeom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6206B925-0A27-B803-901E-798A98ADBDEE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192000" y="-2400"/>
            <a:ext cx="12192000" cy="6858000"/>
          </a:xfrm>
          <a:prstGeom prst="rect">
            <a:avLst/>
          </a:prstGeom>
        </p:spPr>
      </p:pic>
      <p:pic>
        <p:nvPicPr>
          <p:cNvPr id="15" name="Picture 14">
            <a:extLst>
              <a:ext uri="{FF2B5EF4-FFF2-40B4-BE49-F238E27FC236}">
                <a16:creationId xmlns:a16="http://schemas.microsoft.com/office/drawing/2014/main" id="{72832439-FFC6-7233-3BAD-B1A31CA8E25A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16" name="Oval 15">
            <a:extLst>
              <a:ext uri="{FF2B5EF4-FFF2-40B4-BE49-F238E27FC236}">
                <a16:creationId xmlns:a16="http://schemas.microsoft.com/office/drawing/2014/main" id="{53EF63BA-419D-FE33-A969-0DAFE8923BFE}"/>
              </a:ext>
            </a:extLst>
          </p:cNvPr>
          <p:cNvSpPr/>
          <p:nvPr/>
        </p:nvSpPr>
        <p:spPr>
          <a:xfrm>
            <a:off x="-225000" y="-534600"/>
            <a:ext cx="12642000" cy="914400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7" name="Oval 16">
            <a:extLst>
              <a:ext uri="{FF2B5EF4-FFF2-40B4-BE49-F238E27FC236}">
                <a16:creationId xmlns:a16="http://schemas.microsoft.com/office/drawing/2014/main" id="{07EEE965-FC7D-0C56-1C62-3D7E452C3F86}"/>
              </a:ext>
            </a:extLst>
          </p:cNvPr>
          <p:cNvSpPr/>
          <p:nvPr/>
        </p:nvSpPr>
        <p:spPr>
          <a:xfrm>
            <a:off x="-225000" y="6430500"/>
            <a:ext cx="12642000" cy="914400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84BAC3DE-B6CD-4924-EB35-BEF3723BD4F2}"/>
              </a:ext>
            </a:extLst>
          </p:cNvPr>
          <p:cNvSpPr txBox="1"/>
          <p:nvPr/>
        </p:nvSpPr>
        <p:spPr>
          <a:xfrm>
            <a:off x="2814637" y="1933478"/>
            <a:ext cx="6562726" cy="19389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sz="6000" dirty="0">
                <a:latin typeface="Algerian" panose="04020705040A02060702" pitchFamily="82" charset="0"/>
              </a:rPr>
              <a:t>Not norm</a:t>
            </a:r>
          </a:p>
          <a:p>
            <a:pPr algn="ctr"/>
            <a:r>
              <a:rPr lang="en-IN" sz="6000" dirty="0" err="1">
                <a:latin typeface="Algerian" panose="04020705040A02060702" pitchFamily="82" charset="0"/>
              </a:rPr>
              <a:t>falmes</a:t>
            </a:r>
            <a:endParaRPr lang="en-IN" sz="6000" dirty="0">
              <a:latin typeface="Algerian" panose="04020705040A02060702" pitchFamily="82" charset="0"/>
            </a:endParaRPr>
          </a:p>
        </p:txBody>
      </p:sp>
      <p:pic>
        <p:nvPicPr>
          <p:cNvPr id="19" name="Picture 18">
            <a:extLst>
              <a:ext uri="{FF2B5EF4-FFF2-40B4-BE49-F238E27FC236}">
                <a16:creationId xmlns:a16="http://schemas.microsoft.com/office/drawing/2014/main" id="{DF6CBE17-4353-3E42-6960-CDB1BD358D62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10624293" y="1106288"/>
            <a:ext cx="3863850" cy="3863850"/>
          </a:xfrm>
          <a:prstGeom prst="rect">
            <a:avLst/>
          </a:prstGeom>
        </p:spPr>
      </p:pic>
      <p:sp>
        <p:nvSpPr>
          <p:cNvPr id="20" name="TextBox 19">
            <a:extLst>
              <a:ext uri="{FF2B5EF4-FFF2-40B4-BE49-F238E27FC236}">
                <a16:creationId xmlns:a16="http://schemas.microsoft.com/office/drawing/2014/main" id="{E282BF7A-0268-BB75-FA54-755E80EAC390}"/>
              </a:ext>
            </a:extLst>
          </p:cNvPr>
          <p:cNvSpPr txBox="1"/>
          <p:nvPr/>
        </p:nvSpPr>
        <p:spPr>
          <a:xfrm>
            <a:off x="-6183807" y="4589295"/>
            <a:ext cx="6006676" cy="10772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3200" b="1" dirty="0">
                <a:solidFill>
                  <a:schemeClr val="bg1"/>
                </a:solidFill>
              </a:rPr>
              <a:t>Git hub</a:t>
            </a:r>
          </a:p>
          <a:p>
            <a:r>
              <a:rPr lang="en-IN" sz="3200" dirty="0">
                <a:solidFill>
                  <a:schemeClr val="bg1"/>
                </a:solidFill>
              </a:rPr>
              <a:t>peter00123.github.io/flame-tes2</a:t>
            </a:r>
          </a:p>
        </p:txBody>
      </p:sp>
    </p:spTree>
    <p:extLst>
      <p:ext uri="{BB962C8B-B14F-4D97-AF65-F5344CB8AC3E}">
        <p14:creationId xmlns:p14="http://schemas.microsoft.com/office/powerpoint/2010/main" val="294612937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>
            <a:extLst>
              <a:ext uri="{FF2B5EF4-FFF2-40B4-BE49-F238E27FC236}">
                <a16:creationId xmlns:a16="http://schemas.microsoft.com/office/drawing/2014/main" id="{800719F6-62E0-7DC0-634D-F7825A22FD7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735050" y="-152400"/>
            <a:ext cx="12192000" cy="6858000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8784C24B-E5A3-0AB9-2AC7-E483E59E4074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837550" y="-2400"/>
            <a:ext cx="10287000" cy="6858000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B40DB02F-7EAF-D366-0AB4-5661ADAD076F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192000" y="33300"/>
            <a:ext cx="12192000" cy="6858000"/>
          </a:xfrm>
          <a:prstGeom prst="rect">
            <a:avLst/>
          </a:prstGeom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6206B925-0A27-B803-901E-798A98ADBDEE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-23850"/>
            <a:ext cx="12192000" cy="6858000"/>
          </a:xfrm>
          <a:prstGeom prst="rect">
            <a:avLst/>
          </a:prstGeom>
        </p:spPr>
      </p:pic>
      <p:pic>
        <p:nvPicPr>
          <p:cNvPr id="15" name="Picture 14">
            <a:extLst>
              <a:ext uri="{FF2B5EF4-FFF2-40B4-BE49-F238E27FC236}">
                <a16:creationId xmlns:a16="http://schemas.microsoft.com/office/drawing/2014/main" id="{72832439-FFC6-7233-3BAD-B1A31CA8E25A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12192000" y="-152400"/>
            <a:ext cx="12192000" cy="6858000"/>
          </a:xfrm>
          <a:prstGeom prst="rect">
            <a:avLst/>
          </a:prstGeom>
        </p:spPr>
      </p:pic>
      <p:sp>
        <p:nvSpPr>
          <p:cNvPr id="16" name="Oval 15">
            <a:extLst>
              <a:ext uri="{FF2B5EF4-FFF2-40B4-BE49-F238E27FC236}">
                <a16:creationId xmlns:a16="http://schemas.microsoft.com/office/drawing/2014/main" id="{53EF63BA-419D-FE33-A969-0DAFE8923BFE}"/>
              </a:ext>
            </a:extLst>
          </p:cNvPr>
          <p:cNvSpPr/>
          <p:nvPr/>
        </p:nvSpPr>
        <p:spPr>
          <a:xfrm>
            <a:off x="-225000" y="-534600"/>
            <a:ext cx="12642000" cy="1296600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2" name="Oval 1">
            <a:extLst>
              <a:ext uri="{FF2B5EF4-FFF2-40B4-BE49-F238E27FC236}">
                <a16:creationId xmlns:a16="http://schemas.microsoft.com/office/drawing/2014/main" id="{A4EFCCC3-48ED-B726-89FE-755BA3D91871}"/>
              </a:ext>
            </a:extLst>
          </p:cNvPr>
          <p:cNvSpPr/>
          <p:nvPr/>
        </p:nvSpPr>
        <p:spPr>
          <a:xfrm>
            <a:off x="-225000" y="6057300"/>
            <a:ext cx="12642000" cy="1296600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065B343F-B52D-7295-5D10-FBB38D60B2EC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57250" y="1713300"/>
            <a:ext cx="3126600" cy="3126600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73EB14DB-D0DE-BDD9-BE9A-0488DB46098F}"/>
              </a:ext>
            </a:extLst>
          </p:cNvPr>
          <p:cNvSpPr txBox="1"/>
          <p:nvPr/>
        </p:nvSpPr>
        <p:spPr>
          <a:xfrm>
            <a:off x="5276286" y="4980082"/>
            <a:ext cx="6006676" cy="10772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3200" b="1" dirty="0">
                <a:solidFill>
                  <a:schemeClr val="bg1"/>
                </a:solidFill>
              </a:rPr>
              <a:t>Git hub</a:t>
            </a:r>
          </a:p>
          <a:p>
            <a:r>
              <a:rPr lang="en-IN" sz="3200" dirty="0">
                <a:solidFill>
                  <a:schemeClr val="bg1"/>
                </a:solidFill>
              </a:rPr>
              <a:t>peter00123.github.io/flame-tes2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FB0B99AE-DC19-291C-9BFA-BD4648D55455}"/>
              </a:ext>
            </a:extLst>
          </p:cNvPr>
          <p:cNvSpPr txBox="1"/>
          <p:nvPr/>
        </p:nvSpPr>
        <p:spPr>
          <a:xfrm rot="16200000">
            <a:off x="5406432" y="-2671968"/>
            <a:ext cx="3566850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4000" dirty="0">
                <a:solidFill>
                  <a:schemeClr val="bg1"/>
                </a:solidFill>
                <a:latin typeface="Algerian" panose="04020705040A02060702" pitchFamily="82" charset="0"/>
              </a:rPr>
              <a:t>Objective</a:t>
            </a:r>
          </a:p>
        </p:txBody>
      </p:sp>
      <p:sp>
        <p:nvSpPr>
          <p:cNvPr id="8" name="Rectangle: Rounded Corners 7">
            <a:extLst>
              <a:ext uri="{FF2B5EF4-FFF2-40B4-BE49-F238E27FC236}">
                <a16:creationId xmlns:a16="http://schemas.microsoft.com/office/drawing/2014/main" id="{96487676-0111-C031-3E7F-2910B12943E6}"/>
              </a:ext>
            </a:extLst>
          </p:cNvPr>
          <p:cNvSpPr/>
          <p:nvPr/>
        </p:nvSpPr>
        <p:spPr>
          <a:xfrm>
            <a:off x="-5996082" y="1934974"/>
            <a:ext cx="4129537" cy="2648188"/>
          </a:xfrm>
          <a:prstGeom prst="roundRect">
            <a:avLst/>
          </a:prstGeom>
          <a:solidFill>
            <a:srgbClr val="000000">
              <a:alpha val="50196"/>
            </a:srgb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6AFED300-DF50-E5D7-1932-6EEF0CE787E2}"/>
              </a:ext>
            </a:extLst>
          </p:cNvPr>
          <p:cNvSpPr txBox="1"/>
          <p:nvPr/>
        </p:nvSpPr>
        <p:spPr>
          <a:xfrm>
            <a:off x="-5689032" y="2274838"/>
            <a:ext cx="3822488" cy="23083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3600" dirty="0">
                <a:solidFill>
                  <a:schemeClr val="bg1"/>
                </a:solidFill>
              </a:rPr>
              <a:t>Works as normal game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3600" dirty="0">
                <a:solidFill>
                  <a:schemeClr val="bg1"/>
                </a:solidFill>
              </a:rPr>
              <a:t>Customizable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3600" dirty="0">
                <a:solidFill>
                  <a:schemeClr val="bg1"/>
                </a:solidFill>
              </a:rPr>
              <a:t>****</a:t>
            </a:r>
          </a:p>
        </p:txBody>
      </p:sp>
    </p:spTree>
    <p:extLst>
      <p:ext uri="{BB962C8B-B14F-4D97-AF65-F5344CB8AC3E}">
        <p14:creationId xmlns:p14="http://schemas.microsoft.com/office/powerpoint/2010/main" val="657228648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>
            <a:extLst>
              <a:ext uri="{FF2B5EF4-FFF2-40B4-BE49-F238E27FC236}">
                <a16:creationId xmlns:a16="http://schemas.microsoft.com/office/drawing/2014/main" id="{800719F6-62E0-7DC0-634D-F7825A22FD7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735050" y="-152400"/>
            <a:ext cx="12192000" cy="6858000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8784C24B-E5A3-0AB9-2AC7-E483E59E4074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192000" y="0"/>
            <a:ext cx="10287000" cy="6858000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B40DB02F-7EAF-D366-0AB4-5661ADAD076F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229800"/>
            <a:ext cx="12192000" cy="6858000"/>
          </a:xfrm>
          <a:prstGeom prst="rect">
            <a:avLst/>
          </a:prstGeom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6206B925-0A27-B803-901E-798A98ADBDEE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12192000" y="-152400"/>
            <a:ext cx="12192000" cy="6858000"/>
          </a:xfrm>
          <a:prstGeom prst="rect">
            <a:avLst/>
          </a:prstGeom>
        </p:spPr>
      </p:pic>
      <p:sp>
        <p:nvSpPr>
          <p:cNvPr id="16" name="Oval 15">
            <a:extLst>
              <a:ext uri="{FF2B5EF4-FFF2-40B4-BE49-F238E27FC236}">
                <a16:creationId xmlns:a16="http://schemas.microsoft.com/office/drawing/2014/main" id="{53EF63BA-419D-FE33-A969-0DAFE8923BFE}"/>
              </a:ext>
            </a:extLst>
          </p:cNvPr>
          <p:cNvSpPr/>
          <p:nvPr/>
        </p:nvSpPr>
        <p:spPr>
          <a:xfrm>
            <a:off x="-225000" y="-534600"/>
            <a:ext cx="12642000" cy="1296600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2" name="Oval 1">
            <a:extLst>
              <a:ext uri="{FF2B5EF4-FFF2-40B4-BE49-F238E27FC236}">
                <a16:creationId xmlns:a16="http://schemas.microsoft.com/office/drawing/2014/main" id="{A4EFCCC3-48ED-B726-89FE-755BA3D91871}"/>
              </a:ext>
            </a:extLst>
          </p:cNvPr>
          <p:cNvSpPr/>
          <p:nvPr/>
        </p:nvSpPr>
        <p:spPr>
          <a:xfrm>
            <a:off x="-225000" y="6057300"/>
            <a:ext cx="12642000" cy="1296600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903FF451-E57B-AFD2-419A-ECF7BEC7C38E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856350" y="804222"/>
            <a:ext cx="3863850" cy="3863850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2F293059-15F3-9EB4-D8A8-091D9237E9BA}"/>
              </a:ext>
            </a:extLst>
          </p:cNvPr>
          <p:cNvSpPr txBox="1"/>
          <p:nvPr/>
        </p:nvSpPr>
        <p:spPr>
          <a:xfrm>
            <a:off x="17296836" y="4287229"/>
            <a:ext cx="6006676" cy="10772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3200" b="1" dirty="0">
                <a:solidFill>
                  <a:schemeClr val="bg1"/>
                </a:solidFill>
              </a:rPr>
              <a:t>Git hub</a:t>
            </a:r>
          </a:p>
          <a:p>
            <a:r>
              <a:rPr lang="en-IN" sz="3200" dirty="0">
                <a:solidFill>
                  <a:schemeClr val="bg1"/>
                </a:solidFill>
              </a:rPr>
              <a:t>peter00123.github.io/flame-tes2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DBD43998-9C17-656C-51F2-EBBBA7BE975F}"/>
              </a:ext>
            </a:extLst>
          </p:cNvPr>
          <p:cNvSpPr txBox="1"/>
          <p:nvPr/>
        </p:nvSpPr>
        <p:spPr>
          <a:xfrm>
            <a:off x="4312575" y="171450"/>
            <a:ext cx="3566850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4000" dirty="0">
                <a:solidFill>
                  <a:schemeClr val="bg1"/>
                </a:solidFill>
                <a:latin typeface="Algerian" panose="04020705040A02060702" pitchFamily="82" charset="0"/>
              </a:rPr>
              <a:t>Objective</a:t>
            </a:r>
          </a:p>
        </p:txBody>
      </p:sp>
      <p:sp>
        <p:nvSpPr>
          <p:cNvPr id="10" name="Rectangle: Rounded Corners 9">
            <a:extLst>
              <a:ext uri="{FF2B5EF4-FFF2-40B4-BE49-F238E27FC236}">
                <a16:creationId xmlns:a16="http://schemas.microsoft.com/office/drawing/2014/main" id="{9A7E6B7D-F970-1870-4E96-0714AE328A14}"/>
              </a:ext>
            </a:extLst>
          </p:cNvPr>
          <p:cNvSpPr/>
          <p:nvPr/>
        </p:nvSpPr>
        <p:spPr>
          <a:xfrm>
            <a:off x="3398174" y="2019884"/>
            <a:ext cx="4129537" cy="2648188"/>
          </a:xfrm>
          <a:prstGeom prst="roundRect">
            <a:avLst/>
          </a:prstGeom>
          <a:solidFill>
            <a:srgbClr val="000000">
              <a:alpha val="50196"/>
            </a:srgb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9A338FC4-2497-9C21-3256-74F12817A6B6}"/>
              </a:ext>
            </a:extLst>
          </p:cNvPr>
          <p:cNvSpPr txBox="1"/>
          <p:nvPr/>
        </p:nvSpPr>
        <p:spPr>
          <a:xfrm>
            <a:off x="3705224" y="2359748"/>
            <a:ext cx="3822488" cy="23083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3600" dirty="0">
                <a:solidFill>
                  <a:schemeClr val="bg1"/>
                </a:solidFill>
              </a:rPr>
              <a:t>Works as normal game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3600" dirty="0">
                <a:solidFill>
                  <a:schemeClr val="bg1"/>
                </a:solidFill>
              </a:rPr>
              <a:t>Customizable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3600" dirty="0">
                <a:solidFill>
                  <a:schemeClr val="bg1"/>
                </a:solidFill>
              </a:rPr>
              <a:t>****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3613A870-C04A-867F-DE8B-52A240ADA3B9}"/>
              </a:ext>
            </a:extLst>
          </p:cNvPr>
          <p:cNvSpPr txBox="1"/>
          <p:nvPr/>
        </p:nvSpPr>
        <p:spPr>
          <a:xfrm>
            <a:off x="-8751844" y="2214771"/>
            <a:ext cx="6970951" cy="212365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sz="6600" b="0" i="0" dirty="0">
                <a:solidFill>
                  <a:schemeClr val="bg1"/>
                </a:solidFill>
                <a:effectLst/>
                <a:highlight>
                  <a:srgbClr val="000000"/>
                </a:highlight>
                <a:latin typeface="Algerian" panose="04020705040A02060702" pitchFamily="82" charset="0"/>
              </a:rPr>
              <a:t>Embedded</a:t>
            </a:r>
          </a:p>
          <a:p>
            <a:pPr algn="ctr"/>
            <a:r>
              <a:rPr lang="en-IN" sz="6600" b="0" i="0" dirty="0">
                <a:solidFill>
                  <a:schemeClr val="bg1"/>
                </a:solidFill>
                <a:effectLst/>
                <a:highlight>
                  <a:srgbClr val="000000"/>
                </a:highlight>
                <a:latin typeface="Algerian" panose="04020705040A02060702" pitchFamily="82" charset="0"/>
              </a:rPr>
              <a:t> Google S</a:t>
            </a:r>
            <a:r>
              <a:rPr lang="en-IN" sz="6600" dirty="0">
                <a:solidFill>
                  <a:schemeClr val="bg1"/>
                </a:solidFill>
                <a:highlight>
                  <a:srgbClr val="000000"/>
                </a:highlight>
                <a:latin typeface="Algerian" panose="04020705040A02060702" pitchFamily="82" charset="0"/>
              </a:rPr>
              <a:t>heets</a:t>
            </a:r>
          </a:p>
        </p:txBody>
      </p:sp>
    </p:spTree>
    <p:extLst>
      <p:ext uri="{BB962C8B-B14F-4D97-AF65-F5344CB8AC3E}">
        <p14:creationId xmlns:p14="http://schemas.microsoft.com/office/powerpoint/2010/main" val="978835946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>
            <a:extLst>
              <a:ext uri="{FF2B5EF4-FFF2-40B4-BE49-F238E27FC236}">
                <a16:creationId xmlns:a16="http://schemas.microsoft.com/office/drawing/2014/main" id="{800719F6-62E0-7DC0-634D-F7825A22FD7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417000" y="113700"/>
            <a:ext cx="12192000" cy="6858000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8784C24B-E5A3-0AB9-2AC7-E483E59E4074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225000" y="113700"/>
            <a:ext cx="12642000" cy="8428000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B40DB02F-7EAF-D366-0AB4-5661ADAD076F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12192000" y="113700"/>
            <a:ext cx="12192000" cy="6858000"/>
          </a:xfrm>
          <a:prstGeom prst="rect">
            <a:avLst/>
          </a:prstGeom>
        </p:spPr>
      </p:pic>
      <p:sp>
        <p:nvSpPr>
          <p:cNvPr id="3" name="Oval 2">
            <a:extLst>
              <a:ext uri="{FF2B5EF4-FFF2-40B4-BE49-F238E27FC236}">
                <a16:creationId xmlns:a16="http://schemas.microsoft.com/office/drawing/2014/main" id="{05AA9084-A07E-362F-E6DB-603FEA6E26F8}"/>
              </a:ext>
            </a:extLst>
          </p:cNvPr>
          <p:cNvSpPr/>
          <p:nvPr/>
        </p:nvSpPr>
        <p:spPr>
          <a:xfrm>
            <a:off x="-225000" y="-534600"/>
            <a:ext cx="12642000" cy="1296600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4" name="Oval 3">
            <a:extLst>
              <a:ext uri="{FF2B5EF4-FFF2-40B4-BE49-F238E27FC236}">
                <a16:creationId xmlns:a16="http://schemas.microsoft.com/office/drawing/2014/main" id="{E7D12C07-B7E3-5378-368E-76E0ED2F93F9}"/>
              </a:ext>
            </a:extLst>
          </p:cNvPr>
          <p:cNvSpPr/>
          <p:nvPr/>
        </p:nvSpPr>
        <p:spPr>
          <a:xfrm>
            <a:off x="-225000" y="6057300"/>
            <a:ext cx="12642000" cy="1296600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5" name="Rectangle: Rounded Corners 4">
            <a:extLst>
              <a:ext uri="{FF2B5EF4-FFF2-40B4-BE49-F238E27FC236}">
                <a16:creationId xmlns:a16="http://schemas.microsoft.com/office/drawing/2014/main" id="{664BFC31-7522-1C35-83DE-B91FD50ADEDA}"/>
              </a:ext>
            </a:extLst>
          </p:cNvPr>
          <p:cNvSpPr/>
          <p:nvPr/>
        </p:nvSpPr>
        <p:spPr>
          <a:xfrm>
            <a:off x="14751974" y="2362784"/>
            <a:ext cx="4129537" cy="2648188"/>
          </a:xfrm>
          <a:prstGeom prst="roundRect">
            <a:avLst/>
          </a:prstGeom>
          <a:solidFill>
            <a:srgbClr val="000000">
              <a:alpha val="50196"/>
            </a:srgb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7FCD1A8D-ADBE-D8E7-1B3C-3A9E79030D91}"/>
              </a:ext>
            </a:extLst>
          </p:cNvPr>
          <p:cNvSpPr txBox="1"/>
          <p:nvPr/>
        </p:nvSpPr>
        <p:spPr>
          <a:xfrm>
            <a:off x="15059024" y="2702648"/>
            <a:ext cx="3822488" cy="23083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3600" dirty="0">
                <a:solidFill>
                  <a:schemeClr val="bg1"/>
                </a:solidFill>
              </a:rPr>
              <a:t>Works as normal game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3600" dirty="0">
                <a:solidFill>
                  <a:schemeClr val="bg1"/>
                </a:solidFill>
              </a:rPr>
              <a:t>Customizable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3600" dirty="0">
                <a:solidFill>
                  <a:schemeClr val="bg1"/>
                </a:solidFill>
              </a:rPr>
              <a:t>****</a:t>
            </a:r>
          </a:p>
        </p:txBody>
      </p:sp>
      <p:sp>
        <p:nvSpPr>
          <p:cNvPr id="15" name="Rectangle: Rounded Corners 14">
            <a:extLst>
              <a:ext uri="{FF2B5EF4-FFF2-40B4-BE49-F238E27FC236}">
                <a16:creationId xmlns:a16="http://schemas.microsoft.com/office/drawing/2014/main" id="{921E0D99-63F8-A978-0922-4F5CD0C9D4F9}"/>
              </a:ext>
            </a:extLst>
          </p:cNvPr>
          <p:cNvSpPr/>
          <p:nvPr/>
        </p:nvSpPr>
        <p:spPr>
          <a:xfrm>
            <a:off x="-10605450" y="534600"/>
            <a:ext cx="2895600" cy="1404392"/>
          </a:xfrm>
          <a:prstGeom prst="roundRect">
            <a:avLst>
              <a:gd name="adj" fmla="val 30232"/>
            </a:avLst>
          </a:prstGeom>
          <a:solidFill>
            <a:srgbClr val="000000">
              <a:alpha val="50196"/>
            </a:srgb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D756E09D-1741-6F3D-DCE0-BCEF6B3FF1B7}"/>
              </a:ext>
            </a:extLst>
          </p:cNvPr>
          <p:cNvSpPr txBox="1"/>
          <p:nvPr/>
        </p:nvSpPr>
        <p:spPr>
          <a:xfrm rot="5400000">
            <a:off x="2274225" y="-2023668"/>
            <a:ext cx="3566850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4000" dirty="0">
                <a:solidFill>
                  <a:schemeClr val="bg1"/>
                </a:solidFill>
                <a:latin typeface="Algerian" panose="04020705040A02060702" pitchFamily="82" charset="0"/>
              </a:rPr>
              <a:t>Objective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4571C5CB-8202-A5B3-9F36-49ED23B9DA2D}"/>
              </a:ext>
            </a:extLst>
          </p:cNvPr>
          <p:cNvSpPr txBox="1"/>
          <p:nvPr/>
        </p:nvSpPr>
        <p:spPr>
          <a:xfrm>
            <a:off x="2948025" y="2480871"/>
            <a:ext cx="6970951" cy="212365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sz="6600" b="0" i="0" dirty="0">
                <a:solidFill>
                  <a:schemeClr val="bg1"/>
                </a:solidFill>
                <a:effectLst/>
                <a:highlight>
                  <a:srgbClr val="000000"/>
                </a:highlight>
                <a:latin typeface="Algerian" panose="04020705040A02060702" pitchFamily="82" charset="0"/>
              </a:rPr>
              <a:t>Embedded</a:t>
            </a:r>
          </a:p>
          <a:p>
            <a:pPr algn="ctr"/>
            <a:r>
              <a:rPr lang="en-IN" sz="6600" b="0" i="0" dirty="0">
                <a:solidFill>
                  <a:schemeClr val="bg1"/>
                </a:solidFill>
                <a:effectLst/>
                <a:highlight>
                  <a:srgbClr val="000000"/>
                </a:highlight>
                <a:latin typeface="Algerian" panose="04020705040A02060702" pitchFamily="82" charset="0"/>
              </a:rPr>
              <a:t> Google S</a:t>
            </a:r>
            <a:r>
              <a:rPr lang="en-IN" sz="6600" dirty="0">
                <a:solidFill>
                  <a:schemeClr val="bg1"/>
                </a:solidFill>
                <a:highlight>
                  <a:srgbClr val="000000"/>
                </a:highlight>
                <a:latin typeface="Algerian" panose="04020705040A02060702" pitchFamily="82" charset="0"/>
              </a:rPr>
              <a:t>heets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D62E1DAB-D1E1-BAD4-65D2-4BE68619CC34}"/>
              </a:ext>
            </a:extLst>
          </p:cNvPr>
          <p:cNvSpPr txBox="1"/>
          <p:nvPr/>
        </p:nvSpPr>
        <p:spPr>
          <a:xfrm>
            <a:off x="-9374400" y="5010972"/>
            <a:ext cx="4991100" cy="11079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6600" b="1" dirty="0">
                <a:solidFill>
                  <a:schemeClr val="bg1"/>
                </a:solidFill>
                <a:latin typeface="Algerian" panose="04020705040A02060702" pitchFamily="82" charset="0"/>
              </a:rPr>
              <a:t>THANK YOU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EA14C601-A1A9-95B8-773A-77E92A4B1BFC}"/>
              </a:ext>
            </a:extLst>
          </p:cNvPr>
          <p:cNvSpPr txBox="1"/>
          <p:nvPr/>
        </p:nvSpPr>
        <p:spPr>
          <a:xfrm>
            <a:off x="-11559750" y="0"/>
            <a:ext cx="4991100" cy="19389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 fontAlgn="base"/>
            <a:endParaRPr lang="en-IN" sz="4000" b="0" i="0" dirty="0">
              <a:solidFill>
                <a:srgbClr val="E8E8E8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ctr" fontAlgn="t"/>
            <a:r>
              <a:rPr lang="en-IN" sz="4000" dirty="0">
                <a:solidFill>
                  <a:srgbClr val="E8E8E8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</a:t>
            </a:r>
            <a:r>
              <a:rPr lang="en-IN" sz="4000" b="0" i="0" dirty="0">
                <a:solidFill>
                  <a:srgbClr val="E8E8E8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echnology</a:t>
            </a:r>
          </a:p>
          <a:p>
            <a:pPr algn="ctr" fontAlgn="t"/>
            <a:r>
              <a:rPr lang="en-IN" sz="4000" dirty="0">
                <a:solidFill>
                  <a:srgbClr val="E8E8E8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Used</a:t>
            </a:r>
            <a:endParaRPr lang="en-IN" sz="4000" b="0" i="0" dirty="0">
              <a:solidFill>
                <a:srgbClr val="E8E8E8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3" name="Rectangle: Rounded Corners 12">
            <a:extLst>
              <a:ext uri="{FF2B5EF4-FFF2-40B4-BE49-F238E27FC236}">
                <a16:creationId xmlns:a16="http://schemas.microsoft.com/office/drawing/2014/main" id="{93464D7F-FC93-FE2D-E057-BD8C8F11FE58}"/>
              </a:ext>
            </a:extLst>
          </p:cNvPr>
          <p:cNvSpPr/>
          <p:nvPr/>
        </p:nvSpPr>
        <p:spPr>
          <a:xfrm>
            <a:off x="-3330150" y="592256"/>
            <a:ext cx="2895600" cy="1404392"/>
          </a:xfrm>
          <a:prstGeom prst="roundRect">
            <a:avLst>
              <a:gd name="adj" fmla="val 30232"/>
            </a:avLst>
          </a:prstGeom>
          <a:solidFill>
            <a:srgbClr val="000000">
              <a:alpha val="50196"/>
            </a:srgb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4B572AE5-0CEB-DF51-B5EF-569F09C6275F}"/>
              </a:ext>
            </a:extLst>
          </p:cNvPr>
          <p:cNvSpPr txBox="1"/>
          <p:nvPr/>
        </p:nvSpPr>
        <p:spPr>
          <a:xfrm>
            <a:off x="-4377900" y="920353"/>
            <a:ext cx="4991100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 fontAlgn="base"/>
            <a:r>
              <a:rPr lang="en-IN" sz="4000" dirty="0">
                <a:solidFill>
                  <a:srgbClr val="E8E8E8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</a:t>
            </a:r>
            <a:r>
              <a:rPr lang="en-IN" sz="4000" b="0" i="0" dirty="0">
                <a:solidFill>
                  <a:srgbClr val="E8E8E8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pplication</a:t>
            </a:r>
          </a:p>
        </p:txBody>
      </p:sp>
    </p:spTree>
    <p:extLst>
      <p:ext uri="{BB962C8B-B14F-4D97-AF65-F5344CB8AC3E}">
        <p14:creationId xmlns:p14="http://schemas.microsoft.com/office/powerpoint/2010/main" val="3084600784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>
            <a:extLst>
              <a:ext uri="{FF2B5EF4-FFF2-40B4-BE49-F238E27FC236}">
                <a16:creationId xmlns:a16="http://schemas.microsoft.com/office/drawing/2014/main" id="{800719F6-62E0-7DC0-634D-F7825A22FD7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-152400"/>
            <a:ext cx="12192000" cy="6858000"/>
          </a:xfrm>
          <a:prstGeom prst="rect">
            <a:avLst/>
          </a:prstGeom>
        </p:spPr>
      </p:pic>
      <p:sp>
        <p:nvSpPr>
          <p:cNvPr id="16" name="Oval 15">
            <a:extLst>
              <a:ext uri="{FF2B5EF4-FFF2-40B4-BE49-F238E27FC236}">
                <a16:creationId xmlns:a16="http://schemas.microsoft.com/office/drawing/2014/main" id="{53EF63BA-419D-FE33-A969-0DAFE8923BFE}"/>
              </a:ext>
            </a:extLst>
          </p:cNvPr>
          <p:cNvSpPr/>
          <p:nvPr/>
        </p:nvSpPr>
        <p:spPr>
          <a:xfrm>
            <a:off x="-225000" y="-534600"/>
            <a:ext cx="12642000" cy="1296600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2" name="Oval 1">
            <a:extLst>
              <a:ext uri="{FF2B5EF4-FFF2-40B4-BE49-F238E27FC236}">
                <a16:creationId xmlns:a16="http://schemas.microsoft.com/office/drawing/2014/main" id="{A4EFCCC3-48ED-B726-89FE-755BA3D91871}"/>
              </a:ext>
            </a:extLst>
          </p:cNvPr>
          <p:cNvSpPr/>
          <p:nvPr/>
        </p:nvSpPr>
        <p:spPr>
          <a:xfrm>
            <a:off x="-225000" y="6057300"/>
            <a:ext cx="12642000" cy="1296600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CF53E3F5-97A9-CCE6-4766-5A89B557D4C6}"/>
              </a:ext>
            </a:extLst>
          </p:cNvPr>
          <p:cNvSpPr txBox="1"/>
          <p:nvPr/>
        </p:nvSpPr>
        <p:spPr>
          <a:xfrm>
            <a:off x="12192000" y="2214771"/>
            <a:ext cx="6970951" cy="212365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sz="6600" b="0" i="0" dirty="0">
                <a:solidFill>
                  <a:schemeClr val="bg1"/>
                </a:solidFill>
                <a:effectLst/>
                <a:highlight>
                  <a:srgbClr val="000000"/>
                </a:highlight>
                <a:latin typeface="Algerian" panose="04020705040A02060702" pitchFamily="82" charset="0"/>
              </a:rPr>
              <a:t>Embedded</a:t>
            </a:r>
          </a:p>
          <a:p>
            <a:pPr algn="ctr"/>
            <a:r>
              <a:rPr lang="en-IN" sz="6600" b="0" i="0" dirty="0">
                <a:solidFill>
                  <a:schemeClr val="bg1"/>
                </a:solidFill>
                <a:effectLst/>
                <a:highlight>
                  <a:srgbClr val="000000"/>
                </a:highlight>
                <a:latin typeface="Algerian" panose="04020705040A02060702" pitchFamily="82" charset="0"/>
              </a:rPr>
              <a:t> Google S</a:t>
            </a:r>
            <a:r>
              <a:rPr lang="en-IN" sz="6600" dirty="0">
                <a:solidFill>
                  <a:schemeClr val="bg1"/>
                </a:solidFill>
                <a:highlight>
                  <a:srgbClr val="000000"/>
                </a:highlight>
                <a:latin typeface="Algerian" panose="04020705040A02060702" pitchFamily="82" charset="0"/>
              </a:rPr>
              <a:t>heets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CDB800BE-47C9-51D8-7F6D-BC500E988D82}"/>
              </a:ext>
            </a:extLst>
          </p:cNvPr>
          <p:cNvSpPr txBox="1"/>
          <p:nvPr/>
        </p:nvSpPr>
        <p:spPr>
          <a:xfrm>
            <a:off x="-4991100" y="4758204"/>
            <a:ext cx="4991100" cy="11079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6600" b="1" dirty="0">
                <a:solidFill>
                  <a:schemeClr val="bg1"/>
                </a:solidFill>
                <a:latin typeface="Algerian" panose="04020705040A02060702" pitchFamily="82" charset="0"/>
              </a:rPr>
              <a:t>THANK YOU</a:t>
            </a:r>
          </a:p>
        </p:txBody>
      </p:sp>
      <p:sp>
        <p:nvSpPr>
          <p:cNvPr id="13" name="Rectangle: Rounded Corners 12">
            <a:extLst>
              <a:ext uri="{FF2B5EF4-FFF2-40B4-BE49-F238E27FC236}">
                <a16:creationId xmlns:a16="http://schemas.microsoft.com/office/drawing/2014/main" id="{C278976A-53E8-0401-C8AB-0338122DC4D9}"/>
              </a:ext>
            </a:extLst>
          </p:cNvPr>
          <p:cNvSpPr/>
          <p:nvPr/>
        </p:nvSpPr>
        <p:spPr>
          <a:xfrm>
            <a:off x="895350" y="687000"/>
            <a:ext cx="2895600" cy="1404392"/>
          </a:xfrm>
          <a:prstGeom prst="roundRect">
            <a:avLst>
              <a:gd name="adj" fmla="val 30232"/>
            </a:avLst>
          </a:prstGeom>
          <a:solidFill>
            <a:srgbClr val="000000">
              <a:alpha val="50196"/>
            </a:srgb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2B642D27-B229-2094-AB1D-D0A9C09A999C}"/>
              </a:ext>
            </a:extLst>
          </p:cNvPr>
          <p:cNvSpPr txBox="1"/>
          <p:nvPr/>
        </p:nvSpPr>
        <p:spPr>
          <a:xfrm>
            <a:off x="-186900" y="152400"/>
            <a:ext cx="4991100" cy="19389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 fontAlgn="base"/>
            <a:endParaRPr lang="en-IN" sz="4000" b="0" i="0" dirty="0">
              <a:solidFill>
                <a:srgbClr val="E8E8E8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ctr" fontAlgn="t"/>
            <a:r>
              <a:rPr lang="en-IN" sz="4000" dirty="0">
                <a:solidFill>
                  <a:srgbClr val="E8E8E8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</a:t>
            </a:r>
            <a:r>
              <a:rPr lang="en-IN" sz="4000" b="0" i="0" dirty="0">
                <a:solidFill>
                  <a:srgbClr val="E8E8E8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echnology</a:t>
            </a:r>
          </a:p>
          <a:p>
            <a:pPr algn="ctr" fontAlgn="t"/>
            <a:r>
              <a:rPr lang="en-IN" sz="4000" dirty="0">
                <a:solidFill>
                  <a:srgbClr val="E8E8E8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Used</a:t>
            </a:r>
            <a:endParaRPr lang="en-IN" sz="4000" b="0" i="0" dirty="0">
              <a:solidFill>
                <a:srgbClr val="E8E8E8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4" name="Rectangle: Rounded Corners 13">
            <a:extLst>
              <a:ext uri="{FF2B5EF4-FFF2-40B4-BE49-F238E27FC236}">
                <a16:creationId xmlns:a16="http://schemas.microsoft.com/office/drawing/2014/main" id="{21E6F557-53DC-7646-A55B-F51ABE7995EE}"/>
              </a:ext>
            </a:extLst>
          </p:cNvPr>
          <p:cNvSpPr/>
          <p:nvPr/>
        </p:nvSpPr>
        <p:spPr>
          <a:xfrm>
            <a:off x="8042700" y="744656"/>
            <a:ext cx="2895600" cy="1404392"/>
          </a:xfrm>
          <a:prstGeom prst="roundRect">
            <a:avLst>
              <a:gd name="adj" fmla="val 30232"/>
            </a:avLst>
          </a:prstGeom>
          <a:solidFill>
            <a:srgbClr val="000000">
              <a:alpha val="50196"/>
            </a:srgb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042D0C40-0391-235F-6EC0-444F9BAC9709}"/>
              </a:ext>
            </a:extLst>
          </p:cNvPr>
          <p:cNvSpPr txBox="1"/>
          <p:nvPr/>
        </p:nvSpPr>
        <p:spPr>
          <a:xfrm>
            <a:off x="6994950" y="1072753"/>
            <a:ext cx="4991100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 fontAlgn="base"/>
            <a:r>
              <a:rPr lang="en-IN" sz="4000" dirty="0">
                <a:solidFill>
                  <a:srgbClr val="E8E8E8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</a:t>
            </a:r>
            <a:r>
              <a:rPr lang="en-IN" sz="4000" b="0" i="0" dirty="0">
                <a:solidFill>
                  <a:srgbClr val="E8E8E8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pplication</a:t>
            </a:r>
          </a:p>
        </p:txBody>
      </p:sp>
      <p:pic>
        <p:nvPicPr>
          <p:cNvPr id="17" name="Picture 16">
            <a:extLst>
              <a:ext uri="{FF2B5EF4-FFF2-40B4-BE49-F238E27FC236}">
                <a16:creationId xmlns:a16="http://schemas.microsoft.com/office/drawing/2014/main" id="{60ECD390-C6B2-7CBB-74CF-406BB44DECD6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193823" y="152400"/>
            <a:ext cx="12190177" cy="6858000"/>
          </a:xfrm>
          <a:prstGeom prst="rect">
            <a:avLst/>
          </a:prstGeom>
        </p:spPr>
      </p:pic>
      <p:sp>
        <p:nvSpPr>
          <p:cNvPr id="18" name="TextBox 17">
            <a:extLst>
              <a:ext uri="{FF2B5EF4-FFF2-40B4-BE49-F238E27FC236}">
                <a16:creationId xmlns:a16="http://schemas.microsoft.com/office/drawing/2014/main" id="{8BC871BB-6623-53FE-6590-4EB7E7AE7208}"/>
              </a:ext>
            </a:extLst>
          </p:cNvPr>
          <p:cNvSpPr txBox="1"/>
          <p:nvPr/>
        </p:nvSpPr>
        <p:spPr>
          <a:xfrm>
            <a:off x="895350" y="2656101"/>
            <a:ext cx="2419350" cy="23083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2400" dirty="0" err="1">
                <a:solidFill>
                  <a:schemeClr val="bg1"/>
                </a:solidFill>
              </a:rPr>
              <a:t>Html,css,js</a:t>
            </a:r>
            <a:endParaRPr lang="en-IN" sz="2400" dirty="0">
              <a:solidFill>
                <a:schemeClr val="bg1"/>
              </a:solidFill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2400" dirty="0">
                <a:solidFill>
                  <a:schemeClr val="bg1"/>
                </a:solidFill>
              </a:rPr>
              <a:t>Git-hub repository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2400" dirty="0">
                <a:solidFill>
                  <a:schemeClr val="bg1"/>
                </a:solidFill>
              </a:rPr>
              <a:t>Google sheet </a:t>
            </a:r>
            <a:r>
              <a:rPr lang="en-IN" sz="2400" dirty="0" err="1">
                <a:solidFill>
                  <a:schemeClr val="bg1"/>
                </a:solidFill>
              </a:rPr>
              <a:t>api</a:t>
            </a:r>
            <a:endParaRPr lang="en-IN" sz="2400" dirty="0">
              <a:solidFill>
                <a:schemeClr val="bg1"/>
              </a:solidFill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2400" dirty="0">
                <a:solidFill>
                  <a:schemeClr val="bg1"/>
                </a:solidFill>
              </a:rPr>
              <a:t>Excel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1AFBA28A-D3DE-0368-1A41-FC585E4F4262}"/>
              </a:ext>
            </a:extLst>
          </p:cNvPr>
          <p:cNvSpPr txBox="1"/>
          <p:nvPr/>
        </p:nvSpPr>
        <p:spPr>
          <a:xfrm>
            <a:off x="8185575" y="2920184"/>
            <a:ext cx="2609850" cy="23083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2400" dirty="0">
                <a:solidFill>
                  <a:schemeClr val="bg1"/>
                </a:solidFill>
              </a:rPr>
              <a:t>Surveys and Feedback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2400" dirty="0">
                <a:solidFill>
                  <a:schemeClr val="bg1"/>
                </a:solidFill>
              </a:rPr>
              <a:t>Event Registrations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2400" dirty="0">
                <a:solidFill>
                  <a:schemeClr val="bg1"/>
                </a:solidFill>
              </a:rPr>
              <a:t>Polls and Voting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2400" dirty="0">
                <a:solidFill>
                  <a:schemeClr val="bg1"/>
                </a:solidFill>
              </a:rPr>
              <a:t>Data Collection</a:t>
            </a:r>
          </a:p>
        </p:txBody>
      </p:sp>
      <p:cxnSp>
        <p:nvCxnSpPr>
          <p:cNvPr id="21" name="Straight Connector 20">
            <a:extLst>
              <a:ext uri="{FF2B5EF4-FFF2-40B4-BE49-F238E27FC236}">
                <a16:creationId xmlns:a16="http://schemas.microsoft.com/office/drawing/2014/main" id="{DF1A0EC4-2972-BD29-07FC-C6D24DC1FFE5}"/>
              </a:ext>
            </a:extLst>
          </p:cNvPr>
          <p:cNvCxnSpPr/>
          <p:nvPr/>
        </p:nvCxnSpPr>
        <p:spPr>
          <a:xfrm>
            <a:off x="5962650" y="365762"/>
            <a:ext cx="0" cy="6126475"/>
          </a:xfrm>
          <a:prstGeom prst="line">
            <a:avLst/>
          </a:prstGeom>
        </p:spPr>
        <p:style>
          <a:lnRef idx="1">
            <a:schemeClr val="accent4"/>
          </a:lnRef>
          <a:fillRef idx="0">
            <a:schemeClr val="accent4"/>
          </a:fillRef>
          <a:effectRef idx="0">
            <a:schemeClr val="accent4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208657013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" name="Picture 16">
            <a:extLst>
              <a:ext uri="{FF2B5EF4-FFF2-40B4-BE49-F238E27FC236}">
                <a16:creationId xmlns:a16="http://schemas.microsoft.com/office/drawing/2014/main" id="{60ECD390-C6B2-7CBB-74CF-406BB44DECD6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 amt="5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152400"/>
            <a:ext cx="12190177" cy="6858000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800719F6-62E0-7DC0-634D-F7825A22FD77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12193823" y="-152400"/>
            <a:ext cx="12192000" cy="6858000"/>
          </a:xfrm>
          <a:prstGeom prst="rect">
            <a:avLst/>
          </a:prstGeom>
        </p:spPr>
      </p:pic>
      <p:sp>
        <p:nvSpPr>
          <p:cNvPr id="16" name="Oval 15">
            <a:extLst>
              <a:ext uri="{FF2B5EF4-FFF2-40B4-BE49-F238E27FC236}">
                <a16:creationId xmlns:a16="http://schemas.microsoft.com/office/drawing/2014/main" id="{53EF63BA-419D-FE33-A969-0DAFE8923BFE}"/>
              </a:ext>
            </a:extLst>
          </p:cNvPr>
          <p:cNvSpPr/>
          <p:nvPr/>
        </p:nvSpPr>
        <p:spPr>
          <a:xfrm>
            <a:off x="-225000" y="-534600"/>
            <a:ext cx="12642000" cy="1296600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2" name="Oval 1">
            <a:extLst>
              <a:ext uri="{FF2B5EF4-FFF2-40B4-BE49-F238E27FC236}">
                <a16:creationId xmlns:a16="http://schemas.microsoft.com/office/drawing/2014/main" id="{A4EFCCC3-48ED-B726-89FE-755BA3D91871}"/>
              </a:ext>
            </a:extLst>
          </p:cNvPr>
          <p:cNvSpPr/>
          <p:nvPr/>
        </p:nvSpPr>
        <p:spPr>
          <a:xfrm>
            <a:off x="-225000" y="6057300"/>
            <a:ext cx="12642000" cy="1296600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CF53E3F5-97A9-CCE6-4766-5A89B557D4C6}"/>
              </a:ext>
            </a:extLst>
          </p:cNvPr>
          <p:cNvSpPr txBox="1"/>
          <p:nvPr/>
        </p:nvSpPr>
        <p:spPr>
          <a:xfrm>
            <a:off x="12192000" y="2214771"/>
            <a:ext cx="6970951" cy="212365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sz="6600" b="0" i="0" dirty="0">
                <a:solidFill>
                  <a:schemeClr val="bg1"/>
                </a:solidFill>
                <a:effectLst/>
                <a:highlight>
                  <a:srgbClr val="000000"/>
                </a:highlight>
                <a:latin typeface="Algerian" panose="04020705040A02060702" pitchFamily="82" charset="0"/>
              </a:rPr>
              <a:t>Embedded</a:t>
            </a:r>
          </a:p>
          <a:p>
            <a:pPr algn="ctr"/>
            <a:r>
              <a:rPr lang="en-IN" sz="6600" b="0" i="0" dirty="0">
                <a:solidFill>
                  <a:schemeClr val="bg1"/>
                </a:solidFill>
                <a:effectLst/>
                <a:highlight>
                  <a:srgbClr val="000000"/>
                </a:highlight>
                <a:latin typeface="Algerian" panose="04020705040A02060702" pitchFamily="82" charset="0"/>
              </a:rPr>
              <a:t> Google S</a:t>
            </a:r>
            <a:r>
              <a:rPr lang="en-IN" sz="6600" dirty="0">
                <a:solidFill>
                  <a:schemeClr val="bg1"/>
                </a:solidFill>
                <a:highlight>
                  <a:srgbClr val="000000"/>
                </a:highlight>
                <a:latin typeface="Algerian" panose="04020705040A02060702" pitchFamily="82" charset="0"/>
              </a:rPr>
              <a:t>heets</a:t>
            </a:r>
          </a:p>
        </p:txBody>
      </p:sp>
      <p:sp>
        <p:nvSpPr>
          <p:cNvPr id="13" name="Rectangle: Rounded Corners 12">
            <a:extLst>
              <a:ext uri="{FF2B5EF4-FFF2-40B4-BE49-F238E27FC236}">
                <a16:creationId xmlns:a16="http://schemas.microsoft.com/office/drawing/2014/main" id="{C278976A-53E8-0401-C8AB-0338122DC4D9}"/>
              </a:ext>
            </a:extLst>
          </p:cNvPr>
          <p:cNvSpPr/>
          <p:nvPr/>
        </p:nvSpPr>
        <p:spPr>
          <a:xfrm>
            <a:off x="-11298473" y="683240"/>
            <a:ext cx="2895600" cy="1404392"/>
          </a:xfrm>
          <a:prstGeom prst="roundRect">
            <a:avLst>
              <a:gd name="adj" fmla="val 30232"/>
            </a:avLst>
          </a:prstGeom>
          <a:solidFill>
            <a:srgbClr val="000000">
              <a:alpha val="50196"/>
            </a:srgb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2B642D27-B229-2094-AB1D-D0A9C09A999C}"/>
              </a:ext>
            </a:extLst>
          </p:cNvPr>
          <p:cNvSpPr txBox="1"/>
          <p:nvPr/>
        </p:nvSpPr>
        <p:spPr>
          <a:xfrm>
            <a:off x="-12380723" y="152400"/>
            <a:ext cx="4991100" cy="19389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 fontAlgn="base"/>
            <a:endParaRPr lang="en-IN" sz="4000" b="0" i="0" dirty="0">
              <a:solidFill>
                <a:srgbClr val="E8E8E8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ctr" fontAlgn="t"/>
            <a:r>
              <a:rPr lang="en-IN" sz="4000" dirty="0">
                <a:solidFill>
                  <a:srgbClr val="E8E8E8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</a:t>
            </a:r>
            <a:r>
              <a:rPr lang="en-IN" sz="4000" b="0" i="0" dirty="0">
                <a:solidFill>
                  <a:srgbClr val="E8E8E8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echnology</a:t>
            </a:r>
          </a:p>
          <a:p>
            <a:pPr algn="ctr" fontAlgn="t"/>
            <a:r>
              <a:rPr lang="en-IN" sz="4000" dirty="0">
                <a:solidFill>
                  <a:srgbClr val="E8E8E8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Used</a:t>
            </a:r>
            <a:endParaRPr lang="en-IN" sz="4000" b="0" i="0" dirty="0">
              <a:solidFill>
                <a:srgbClr val="E8E8E8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4" name="Rectangle: Rounded Corners 13">
            <a:extLst>
              <a:ext uri="{FF2B5EF4-FFF2-40B4-BE49-F238E27FC236}">
                <a16:creationId xmlns:a16="http://schemas.microsoft.com/office/drawing/2014/main" id="{21E6F557-53DC-7646-A55B-F51ABE7995EE}"/>
              </a:ext>
            </a:extLst>
          </p:cNvPr>
          <p:cNvSpPr/>
          <p:nvPr/>
        </p:nvSpPr>
        <p:spPr>
          <a:xfrm>
            <a:off x="-4151123" y="740896"/>
            <a:ext cx="2895600" cy="1404392"/>
          </a:xfrm>
          <a:prstGeom prst="roundRect">
            <a:avLst>
              <a:gd name="adj" fmla="val 30232"/>
            </a:avLst>
          </a:prstGeom>
          <a:solidFill>
            <a:srgbClr val="000000">
              <a:alpha val="50196"/>
            </a:srgb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042D0C40-0391-235F-6EC0-444F9BAC9709}"/>
              </a:ext>
            </a:extLst>
          </p:cNvPr>
          <p:cNvSpPr txBox="1"/>
          <p:nvPr/>
        </p:nvSpPr>
        <p:spPr>
          <a:xfrm>
            <a:off x="-5198873" y="1072753"/>
            <a:ext cx="4991100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 fontAlgn="base"/>
            <a:r>
              <a:rPr lang="en-IN" sz="4000" dirty="0">
                <a:solidFill>
                  <a:srgbClr val="E8E8E8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</a:t>
            </a:r>
            <a:r>
              <a:rPr lang="en-IN" sz="4000" b="0" i="0" dirty="0">
                <a:solidFill>
                  <a:srgbClr val="E8E8E8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pplication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8BC871BB-6623-53FE-6590-4EB7E7AE7208}"/>
              </a:ext>
            </a:extLst>
          </p:cNvPr>
          <p:cNvSpPr txBox="1"/>
          <p:nvPr/>
        </p:nvSpPr>
        <p:spPr>
          <a:xfrm>
            <a:off x="-11298473" y="2656101"/>
            <a:ext cx="2419350" cy="23083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2400" dirty="0" err="1">
                <a:solidFill>
                  <a:schemeClr val="bg1"/>
                </a:solidFill>
              </a:rPr>
              <a:t>Html,css,js</a:t>
            </a:r>
            <a:endParaRPr lang="en-IN" sz="2400" dirty="0">
              <a:solidFill>
                <a:schemeClr val="bg1"/>
              </a:solidFill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2400" dirty="0">
                <a:solidFill>
                  <a:schemeClr val="bg1"/>
                </a:solidFill>
              </a:rPr>
              <a:t>Git-hub repository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2400" dirty="0">
                <a:solidFill>
                  <a:schemeClr val="bg1"/>
                </a:solidFill>
              </a:rPr>
              <a:t>Google sheet </a:t>
            </a:r>
            <a:r>
              <a:rPr lang="en-IN" sz="2400" dirty="0" err="1">
                <a:solidFill>
                  <a:schemeClr val="bg1"/>
                </a:solidFill>
              </a:rPr>
              <a:t>api</a:t>
            </a:r>
            <a:endParaRPr lang="en-IN" sz="2400" dirty="0">
              <a:solidFill>
                <a:schemeClr val="bg1"/>
              </a:solidFill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2400" dirty="0">
                <a:solidFill>
                  <a:schemeClr val="bg1"/>
                </a:solidFill>
              </a:rPr>
              <a:t>Excel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1AFBA28A-D3DE-0368-1A41-FC585E4F4262}"/>
              </a:ext>
            </a:extLst>
          </p:cNvPr>
          <p:cNvSpPr txBox="1"/>
          <p:nvPr/>
        </p:nvSpPr>
        <p:spPr>
          <a:xfrm>
            <a:off x="-4008248" y="2920184"/>
            <a:ext cx="2609850" cy="23083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2400" dirty="0">
                <a:solidFill>
                  <a:schemeClr val="bg1"/>
                </a:solidFill>
              </a:rPr>
              <a:t>Surveys and Feedback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2400" dirty="0">
                <a:solidFill>
                  <a:schemeClr val="bg1"/>
                </a:solidFill>
              </a:rPr>
              <a:t>Event Registrations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2400" dirty="0">
                <a:solidFill>
                  <a:schemeClr val="bg1"/>
                </a:solidFill>
              </a:rPr>
              <a:t>Polls and Voting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2400" dirty="0">
                <a:solidFill>
                  <a:schemeClr val="bg1"/>
                </a:solidFill>
              </a:rPr>
              <a:t>Data Collection</a:t>
            </a:r>
          </a:p>
        </p:txBody>
      </p:sp>
      <p:cxnSp>
        <p:nvCxnSpPr>
          <p:cNvPr id="21" name="Straight Connector 20">
            <a:extLst>
              <a:ext uri="{FF2B5EF4-FFF2-40B4-BE49-F238E27FC236}">
                <a16:creationId xmlns:a16="http://schemas.microsoft.com/office/drawing/2014/main" id="{DF1A0EC4-2972-BD29-07FC-C6D24DC1FFE5}"/>
              </a:ext>
            </a:extLst>
          </p:cNvPr>
          <p:cNvCxnSpPr/>
          <p:nvPr/>
        </p:nvCxnSpPr>
        <p:spPr>
          <a:xfrm>
            <a:off x="-6231173" y="365762"/>
            <a:ext cx="0" cy="6126475"/>
          </a:xfrm>
          <a:prstGeom prst="line">
            <a:avLst/>
          </a:prstGeom>
        </p:spPr>
        <p:style>
          <a:lnRef idx="1">
            <a:schemeClr val="accent4"/>
          </a:lnRef>
          <a:fillRef idx="0">
            <a:schemeClr val="accent4"/>
          </a:fillRef>
          <a:effectRef idx="0">
            <a:schemeClr val="accent4"/>
          </a:effectRef>
          <a:fontRef idx="minor">
            <a:schemeClr val="tx1"/>
          </a:fontRef>
        </p:style>
      </p:cxnSp>
      <p:sp>
        <p:nvSpPr>
          <p:cNvPr id="5" name="TextBox 4">
            <a:extLst>
              <a:ext uri="{FF2B5EF4-FFF2-40B4-BE49-F238E27FC236}">
                <a16:creationId xmlns:a16="http://schemas.microsoft.com/office/drawing/2014/main" id="{CDB800BE-47C9-51D8-7F6D-BC500E988D82}"/>
              </a:ext>
            </a:extLst>
          </p:cNvPr>
          <p:cNvSpPr txBox="1"/>
          <p:nvPr/>
        </p:nvSpPr>
        <p:spPr>
          <a:xfrm>
            <a:off x="3712038" y="1926873"/>
            <a:ext cx="4991100" cy="11079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6600" b="1" dirty="0">
                <a:solidFill>
                  <a:schemeClr val="bg1"/>
                </a:solidFill>
                <a:latin typeface="Algerian" panose="04020705040A02060702" pitchFamily="82" charset="0"/>
              </a:rPr>
              <a:t>THANK YOU</a:t>
            </a:r>
          </a:p>
        </p:txBody>
      </p:sp>
    </p:spTree>
    <p:extLst>
      <p:ext uri="{BB962C8B-B14F-4D97-AF65-F5344CB8AC3E}">
        <p14:creationId xmlns:p14="http://schemas.microsoft.com/office/powerpoint/2010/main" val="1921825165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2013 - 2022 Theme</Template>
  <TotalTime>46</TotalTime>
  <Words>124</Words>
  <Application>Microsoft Office PowerPoint</Application>
  <PresentationFormat>Widescreen</PresentationFormat>
  <Paragraphs>59</Paragraphs>
  <Slides>6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12" baseType="lpstr">
      <vt:lpstr>Algerian</vt:lpstr>
      <vt:lpstr>Arial</vt:lpstr>
      <vt:lpstr>Calibri</vt:lpstr>
      <vt:lpstr>Calibri Light</vt:lpstr>
      <vt:lpstr>Times New Roman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basil mathew</dc:creator>
  <cp:lastModifiedBy>basil mathew</cp:lastModifiedBy>
  <cp:revision>3</cp:revision>
  <dcterms:created xsi:type="dcterms:W3CDTF">2024-08-28T04:06:07Z</dcterms:created>
  <dcterms:modified xsi:type="dcterms:W3CDTF">2024-08-28T05:14:08Z</dcterms:modified>
</cp:coreProperties>
</file>